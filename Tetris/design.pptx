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96C8-CA65-4A5A-1764-9F3CD7837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D5E0A-FC0F-A423-7136-D98127BB2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8163-1AAA-9838-763C-B43BE1F6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9E2C5-4DA7-8C81-A7F8-D9E46D64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404D-8AC4-1703-B5BE-D536DEDF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0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3292-4D02-7971-A08A-6066A624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CF23-6CC4-7AC7-1887-A17483304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466B-A7ED-045C-E77F-81D69503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37DB9-8C85-EEC6-4A34-1FDA052B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54A5-8800-A1F0-FC49-0835E55E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7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2CD6-E1FD-D289-DE40-9A6F02F9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3533E-4F1B-A614-10C8-EA360416B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2D83F-2062-1C9C-0121-D045C051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8610-E86D-29FA-DAD3-C331AF7B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73CB4-F3BC-9588-6A50-222C1994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4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6A63-BB71-AB59-C7F1-C2D5DAC0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1E1E-AF2C-8887-F6F7-A1C95700E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04F7E-D1EE-235B-08EB-9260498B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8421C-03AF-6DA5-BFB9-558D9F5D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5A985-74EE-30BA-83F8-5EC500E0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69CE2-2C30-6E40-F6F5-FA0005CD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3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FCBE-5541-1576-B7E0-1A44EE55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AF604-3E0B-84D6-8E5F-7C10B7F4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FE9C5-3D0D-4046-8556-80970B93E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E1CF7-E9BB-0101-BC2C-84EE4225E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B410C-7D0E-D268-33E0-3FFDB59C5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E815D-63A5-44BE-805A-60F9D29F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9AF0D-EB0F-AEF0-4B0C-66F7C46E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5C25E-616A-CB85-8ED3-DFE49E22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D08B-929F-2A30-AEDE-D95B1DEE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90770-85A7-72AF-D3CE-C02CACCE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AD908-BE94-521B-EEDE-EDBF7BE0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77A29-926B-F05F-8F56-16C63BD7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D2AC3-FF78-BF84-7E40-9BBF45D5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0A99C-C276-1E56-4688-992B509F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4899-F0EF-C0D8-5B8C-DB0105DB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6DE3-7FF1-583E-E193-4CAA2C75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238D-E8DF-30CC-5D19-F72E27DA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2AB9C-B135-F190-3D93-F8442B6C1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AD050-AA71-4A83-2639-99B6D567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6BB4-9B1B-093C-E261-800E4B8B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418EA-4EF4-2A3B-FF4D-A61E2258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3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70D3-A09E-AD4A-B972-C26C7C29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A7F4A-125C-2F1E-6F14-DEC12D4C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F777E-13CD-A64F-312F-AA08DE06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E0DD1-72E6-E3AB-49B2-68D65711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2F3FB-1449-70A6-099F-C0D02909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BE876-1F16-2C2E-CA4F-AA01BA93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4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61E6-2219-B943-8910-7D641FAE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1D19E-8DBF-F6D4-2551-2227F7BE5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3541-0BFF-29DD-6B6E-85A38160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AA50F-52F3-AE85-5DB2-52CA06D1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1BEF1-A0E1-53AD-34DC-519AB35E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0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E3E5B-89D2-6BF3-F027-BFE38CAAB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38E7B-D8F1-EA4A-B6CF-D1D445295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B6614-5E34-8B15-389F-F6220160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3D64F-27C1-A4C2-5519-A8EF6DA6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FFDC-C782-5263-7050-DDE56622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8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787D6-9EF1-7CEF-649B-2376F447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25902-D8A9-867B-6E7A-C9C8DED0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1D328-2B71-D8F1-C2BF-15090D616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CD137-A6BF-4F49-B207-A04483CBB16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F486F-0A08-F84B-45D0-63F466E0F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956E8-C17F-42EA-A01A-5623E2DF8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6891F0E-6CBD-81A7-C1E4-4C61EB7EF77D}"/>
              </a:ext>
            </a:extLst>
          </p:cNvPr>
          <p:cNvGrpSpPr/>
          <p:nvPr/>
        </p:nvGrpSpPr>
        <p:grpSpPr>
          <a:xfrm>
            <a:off x="535021" y="603115"/>
            <a:ext cx="1788500" cy="960237"/>
            <a:chOff x="535021" y="603115"/>
            <a:chExt cx="1788500" cy="9602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699172-F38D-5479-73FA-C549D280B666}"/>
                </a:ext>
              </a:extLst>
            </p:cNvPr>
            <p:cNvSpPr/>
            <p:nvPr/>
          </p:nvSpPr>
          <p:spPr>
            <a:xfrm>
              <a:off x="535021" y="603115"/>
              <a:ext cx="1577243" cy="9602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4B3A38-4B79-CC33-0DBB-F9C336BC603B}"/>
                </a:ext>
              </a:extLst>
            </p:cNvPr>
            <p:cNvSpPr txBox="1"/>
            <p:nvPr/>
          </p:nvSpPr>
          <p:spPr>
            <a:xfrm>
              <a:off x="535021" y="603115"/>
              <a:ext cx="1172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Clk_div</a:t>
              </a:r>
              <a:endParaRPr lang="en-US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FA97BB-2FE9-ED7B-BA56-02C65F81EC86}"/>
                </a:ext>
              </a:extLst>
            </p:cNvPr>
            <p:cNvSpPr txBox="1"/>
            <p:nvPr/>
          </p:nvSpPr>
          <p:spPr>
            <a:xfrm>
              <a:off x="535021" y="996987"/>
              <a:ext cx="7868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Clk</a:t>
              </a:r>
              <a:endParaRPr lang="en-US" sz="1200" dirty="0"/>
            </a:p>
            <a:p>
              <a:r>
                <a:rPr lang="en-US" sz="1200" dirty="0"/>
                <a:t>reset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2C984D-905F-E060-F0D0-C385CCF8F3D8}"/>
                </a:ext>
              </a:extLst>
            </p:cNvPr>
            <p:cNvSpPr txBox="1"/>
            <p:nvPr/>
          </p:nvSpPr>
          <p:spPr>
            <a:xfrm>
              <a:off x="1206341" y="981457"/>
              <a:ext cx="11171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Game_tick</a:t>
              </a:r>
              <a:endParaRPr lang="en-US" sz="1200" dirty="0"/>
            </a:p>
            <a:p>
              <a:r>
                <a:rPr lang="en-US" sz="1200" dirty="0" err="1"/>
                <a:t>Input_tick</a:t>
              </a:r>
              <a:endParaRPr lang="en-US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22710D9-F124-09D8-213D-A88A330E91BB}"/>
              </a:ext>
            </a:extLst>
          </p:cNvPr>
          <p:cNvGrpSpPr/>
          <p:nvPr/>
        </p:nvGrpSpPr>
        <p:grpSpPr>
          <a:xfrm>
            <a:off x="2318056" y="2627430"/>
            <a:ext cx="2050900" cy="1305029"/>
            <a:chOff x="337807" y="1988110"/>
            <a:chExt cx="2050900" cy="13050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D41FD5-7EFF-D44D-4C63-C61A9BFABCCA}"/>
                </a:ext>
              </a:extLst>
            </p:cNvPr>
            <p:cNvSpPr/>
            <p:nvPr/>
          </p:nvSpPr>
          <p:spPr>
            <a:xfrm>
              <a:off x="337807" y="1988110"/>
              <a:ext cx="1774457" cy="13050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CA2DAF-FD67-694A-A05F-20DB04931C27}"/>
                </a:ext>
              </a:extLst>
            </p:cNvPr>
            <p:cNvSpPr txBox="1"/>
            <p:nvPr/>
          </p:nvSpPr>
          <p:spPr>
            <a:xfrm>
              <a:off x="337807" y="1988110"/>
              <a:ext cx="1172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957EF2-CFD1-2351-DDE5-82EFF8DB4C22}"/>
                </a:ext>
              </a:extLst>
            </p:cNvPr>
            <p:cNvSpPr txBox="1"/>
            <p:nvPr/>
          </p:nvSpPr>
          <p:spPr>
            <a:xfrm>
              <a:off x="337807" y="2366452"/>
              <a:ext cx="11171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Clk</a:t>
              </a:r>
              <a:endParaRPr lang="en-US" sz="1200" dirty="0"/>
            </a:p>
            <a:p>
              <a:r>
                <a:rPr lang="en-US" sz="1200" dirty="0"/>
                <a:t>Reset</a:t>
              </a:r>
            </a:p>
            <a:p>
              <a:r>
                <a:rPr lang="en-US" sz="1200" dirty="0" err="1"/>
                <a:t>Input_tick</a:t>
              </a:r>
              <a:endParaRPr lang="en-US" sz="1200" dirty="0"/>
            </a:p>
            <a:p>
              <a:r>
                <a:rPr lang="en-US" sz="1200" dirty="0" err="1"/>
                <a:t>Nes_data</a:t>
              </a:r>
              <a:endParaRPr 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04C2EA-D33E-6648-CDC9-4184350B2568}"/>
                </a:ext>
              </a:extLst>
            </p:cNvPr>
            <p:cNvSpPr txBox="1"/>
            <p:nvPr/>
          </p:nvSpPr>
          <p:spPr>
            <a:xfrm>
              <a:off x="1271527" y="2092810"/>
              <a:ext cx="11171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Nes_latch</a:t>
              </a:r>
              <a:endParaRPr lang="en-US" sz="1200" dirty="0"/>
            </a:p>
            <a:p>
              <a:r>
                <a:rPr lang="en-US" sz="1200" dirty="0" err="1"/>
                <a:t>Nes_clk</a:t>
              </a:r>
              <a:endParaRPr lang="en-US" sz="1200" dirty="0"/>
            </a:p>
            <a:p>
              <a:r>
                <a:rPr lang="en-US" sz="1200" dirty="0" err="1"/>
                <a:t>Btn_left</a:t>
              </a:r>
              <a:endParaRPr lang="en-US" sz="1200" dirty="0"/>
            </a:p>
            <a:p>
              <a:r>
                <a:rPr lang="en-US" sz="1200" dirty="0" err="1"/>
                <a:t>Btn_right</a:t>
              </a:r>
              <a:endParaRPr lang="en-US" sz="1200" dirty="0"/>
            </a:p>
            <a:p>
              <a:r>
                <a:rPr lang="en-US" sz="1200" dirty="0" err="1"/>
                <a:t>Btn_drop</a:t>
              </a:r>
              <a:endParaRPr lang="en-US" sz="1200" dirty="0"/>
            </a:p>
            <a:p>
              <a:r>
                <a:rPr lang="en-US" sz="1200" dirty="0" err="1"/>
                <a:t>Btn_start</a:t>
              </a:r>
              <a:endParaRPr 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B2CD30-96BC-E37B-F250-5B6146789052}"/>
              </a:ext>
            </a:extLst>
          </p:cNvPr>
          <p:cNvGrpSpPr/>
          <p:nvPr/>
        </p:nvGrpSpPr>
        <p:grpSpPr>
          <a:xfrm>
            <a:off x="2312590" y="94234"/>
            <a:ext cx="2655282" cy="2426245"/>
            <a:chOff x="2641082" y="94236"/>
            <a:chExt cx="2655282" cy="242624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89F2F07-21CF-05BE-CE84-17C681A3F25A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2426245"/>
              <a:chOff x="2641082" y="94236"/>
              <a:chExt cx="2337721" cy="242624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70EB24-24AB-2A0C-42DD-204AE2B7DCDD}"/>
                  </a:ext>
                </a:extLst>
              </p:cNvPr>
              <p:cNvSpPr/>
              <p:nvPr/>
            </p:nvSpPr>
            <p:spPr>
              <a:xfrm>
                <a:off x="2641082" y="94236"/>
                <a:ext cx="2337721" cy="242624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86FCA-9396-157A-3DDA-A954995DC3D2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172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FSM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3B83C9-4F2A-57E2-E456-37A4FA74EA42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Game_tick</a:t>
                </a:r>
                <a:endParaRPr lang="en-US" sz="1200" dirty="0"/>
              </a:p>
              <a:p>
                <a:r>
                  <a:rPr lang="en-US" sz="1200" dirty="0" err="1"/>
                  <a:t>Btn_left</a:t>
                </a:r>
                <a:endParaRPr lang="en-US" sz="1200" dirty="0"/>
              </a:p>
              <a:p>
                <a:r>
                  <a:rPr lang="en-US" sz="1200" dirty="0" err="1"/>
                  <a:t>Btn_right</a:t>
                </a:r>
                <a:endParaRPr lang="en-US" sz="1200" dirty="0"/>
              </a:p>
              <a:p>
                <a:r>
                  <a:rPr lang="en-US" sz="1200" dirty="0" err="1"/>
                  <a:t>Btn_rotate</a:t>
                </a:r>
                <a:endParaRPr lang="en-US" sz="1200" dirty="0"/>
              </a:p>
              <a:p>
                <a:r>
                  <a:rPr lang="en-US" sz="1200" dirty="0" err="1"/>
                  <a:t>Btn_drop</a:t>
                </a:r>
                <a:endParaRPr lang="en-US" sz="1200" dirty="0"/>
              </a:p>
              <a:p>
                <a:r>
                  <a:rPr lang="en-US" sz="1200" dirty="0" err="1"/>
                  <a:t>Btn_start</a:t>
                </a:r>
                <a:endParaRPr lang="en-US" sz="1200" dirty="0"/>
              </a:p>
              <a:p>
                <a:r>
                  <a:rPr lang="en-US" sz="1200" dirty="0" err="1"/>
                  <a:t>Move_valid</a:t>
                </a:r>
                <a:endParaRPr lang="en-US" sz="1200" dirty="0"/>
              </a:p>
              <a:p>
                <a:r>
                  <a:rPr lang="en-US" sz="1200" dirty="0" err="1"/>
                  <a:t>Down_valid</a:t>
                </a:r>
                <a:endParaRPr lang="en-US" sz="1200" dirty="0"/>
              </a:p>
              <a:p>
                <a:r>
                  <a:rPr lang="en-US" sz="1200" dirty="0" err="1"/>
                  <a:t>Spawn_valid</a:t>
                </a:r>
                <a:endParaRPr lang="en-US" sz="1200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207F20-780E-40D6-041E-64E55CEAF361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Move_left</a:t>
              </a:r>
              <a:endParaRPr lang="en-US" sz="1200" dirty="0"/>
            </a:p>
            <a:p>
              <a:r>
                <a:rPr lang="en-US" sz="1200" dirty="0" err="1"/>
                <a:t>Move_right</a:t>
              </a:r>
              <a:endParaRPr lang="en-US" sz="1200" dirty="0"/>
            </a:p>
            <a:p>
              <a:r>
                <a:rPr lang="en-US" sz="1200" dirty="0"/>
                <a:t>Rotate</a:t>
              </a:r>
            </a:p>
            <a:p>
              <a:r>
                <a:rPr lang="en-US" sz="1200" dirty="0" err="1"/>
                <a:t>Soft_drop</a:t>
              </a:r>
              <a:endParaRPr lang="en-US" sz="1200" dirty="0"/>
            </a:p>
            <a:p>
              <a:r>
                <a:rPr lang="en-US" sz="1200" dirty="0" err="1"/>
                <a:t>Hard_drop</a:t>
              </a:r>
              <a:endParaRPr lang="en-US" sz="1200" dirty="0"/>
            </a:p>
            <a:p>
              <a:r>
                <a:rPr lang="en-US" sz="1200" dirty="0" err="1"/>
                <a:t>Spawn_piece</a:t>
              </a:r>
              <a:endParaRPr lang="en-US" sz="1200" dirty="0"/>
            </a:p>
            <a:p>
              <a:r>
                <a:rPr lang="en-US" sz="1200" dirty="0" err="1"/>
                <a:t>Lock_piece</a:t>
              </a:r>
              <a:endParaRPr lang="en-US" sz="1200" dirty="0"/>
            </a:p>
            <a:p>
              <a:r>
                <a:rPr lang="en-US" sz="1200" dirty="0" err="1"/>
                <a:t>Clear_en</a:t>
              </a:r>
              <a:endParaRPr lang="en-US" sz="1200" dirty="0"/>
            </a:p>
            <a:p>
              <a:r>
                <a:rPr lang="en-US" sz="1200" dirty="0" err="1"/>
                <a:t>Wr_en</a:t>
              </a:r>
              <a:endParaRPr lang="en-US" sz="1200" dirty="0"/>
            </a:p>
            <a:p>
              <a:r>
                <a:rPr lang="en-US" sz="1200" dirty="0" err="1"/>
                <a:t>State_out</a:t>
              </a:r>
              <a:endParaRPr lang="en-US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21E3E49-5BDA-99AF-B939-CD101DA20E38}"/>
              </a:ext>
            </a:extLst>
          </p:cNvPr>
          <p:cNvGrpSpPr/>
          <p:nvPr/>
        </p:nvGrpSpPr>
        <p:grpSpPr>
          <a:xfrm>
            <a:off x="5296364" y="371234"/>
            <a:ext cx="2655282" cy="1872247"/>
            <a:chOff x="2641082" y="94236"/>
            <a:chExt cx="2655282" cy="187224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EC1A1B2-7A76-380B-BACF-053CA2717542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872247"/>
              <a:chOff x="2641082" y="94236"/>
              <a:chExt cx="2337721" cy="1872247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1620EA3-5BDF-6E48-B603-7881D9F2D306}"/>
                  </a:ext>
                </a:extLst>
              </p:cNvPr>
              <p:cNvSpPr/>
              <p:nvPr/>
            </p:nvSpPr>
            <p:spPr>
              <a:xfrm>
                <a:off x="2641082" y="94236"/>
                <a:ext cx="233772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F06947-0F22-C000-F04E-1EBFCA1BA271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Piece Logic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ABDFE62-13DE-2333-EFF3-E14F4D75A6E9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Move_left</a:t>
                </a:r>
                <a:endParaRPr lang="en-US" sz="1200" dirty="0"/>
              </a:p>
              <a:p>
                <a:r>
                  <a:rPr lang="en-US" sz="1200" dirty="0" err="1"/>
                  <a:t>Move_right</a:t>
                </a:r>
                <a:endParaRPr lang="en-US" sz="1200" dirty="0"/>
              </a:p>
              <a:p>
                <a:r>
                  <a:rPr lang="en-US" sz="1200" dirty="0"/>
                  <a:t>Rotate</a:t>
                </a:r>
              </a:p>
              <a:p>
                <a:r>
                  <a:rPr lang="en-US" sz="1200" dirty="0" err="1"/>
                  <a:t>Soft_drop</a:t>
                </a:r>
                <a:endParaRPr lang="en-US" sz="1200" dirty="0"/>
              </a:p>
              <a:p>
                <a:r>
                  <a:rPr lang="en-US" sz="1200" dirty="0" err="1"/>
                  <a:t>Hard_drop</a:t>
                </a:r>
                <a:endParaRPr lang="en-US" sz="1200" dirty="0"/>
              </a:p>
              <a:p>
                <a:r>
                  <a:rPr lang="en-US" sz="1200" dirty="0" err="1"/>
                  <a:t>Spawn_piece</a:t>
                </a:r>
                <a:endParaRPr lang="en-US" sz="1200" dirty="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B8E342A-BB06-8E41-222E-64240948318C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Piece_x</a:t>
              </a:r>
              <a:endParaRPr lang="en-US" sz="1200" dirty="0"/>
            </a:p>
            <a:p>
              <a:r>
                <a:rPr lang="en-US" sz="1200" dirty="0" err="1"/>
                <a:t>Piece_y</a:t>
              </a:r>
              <a:endParaRPr lang="en-US" sz="1200" dirty="0"/>
            </a:p>
            <a:p>
              <a:r>
                <a:rPr lang="en-US" sz="1200" dirty="0"/>
                <a:t>Rotation</a:t>
              </a:r>
            </a:p>
            <a:p>
              <a:r>
                <a:rPr lang="en-US" sz="1200" dirty="0" err="1"/>
                <a:t>Piece_type</a:t>
              </a:r>
              <a:endParaRPr lang="en-US" sz="1200" dirty="0"/>
            </a:p>
            <a:p>
              <a:r>
                <a:rPr lang="en-US" sz="1200" dirty="0" err="1"/>
                <a:t>Piece_cells</a:t>
              </a:r>
              <a:endParaRPr lang="en-US" sz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6C17954-429D-F74F-59FC-0C3235B0CEFA}"/>
              </a:ext>
            </a:extLst>
          </p:cNvPr>
          <p:cNvGrpSpPr/>
          <p:nvPr/>
        </p:nvGrpSpPr>
        <p:grpSpPr>
          <a:xfrm>
            <a:off x="8547861" y="610561"/>
            <a:ext cx="2655282" cy="1402837"/>
            <a:chOff x="2641082" y="94236"/>
            <a:chExt cx="2655282" cy="140283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C6387B6-4B6B-CDA9-8EB9-C00B7F69F172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402837"/>
              <a:chOff x="2641082" y="94236"/>
              <a:chExt cx="2337721" cy="1402837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4880F39-91E4-0467-628F-FA81D5C6EEE5}"/>
                  </a:ext>
                </a:extLst>
              </p:cNvPr>
              <p:cNvSpPr/>
              <p:nvPr/>
            </p:nvSpPr>
            <p:spPr>
              <a:xfrm>
                <a:off x="2641082" y="94237"/>
                <a:ext cx="2337721" cy="140283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A16783-5D7D-C89D-50BD-6A0B16F76FB5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2337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Collision Detector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C8ECFE8-A73E-759F-DE97-09BCEECAADE2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Piece_x</a:t>
                </a:r>
                <a:endParaRPr lang="en-US" sz="1200" dirty="0"/>
              </a:p>
              <a:p>
                <a:r>
                  <a:rPr lang="en-US" sz="1200" dirty="0" err="1"/>
                  <a:t>Piece_y</a:t>
                </a:r>
                <a:endParaRPr lang="en-US" sz="1200" dirty="0"/>
              </a:p>
              <a:p>
                <a:r>
                  <a:rPr lang="en-US" sz="1200" dirty="0"/>
                  <a:t>Rotation</a:t>
                </a:r>
                <a:br>
                  <a:rPr lang="en-US" sz="1200" dirty="0"/>
                </a:br>
                <a:r>
                  <a:rPr lang="en-US" sz="1200" dirty="0" err="1"/>
                  <a:t>Piece_cells</a:t>
                </a:r>
                <a:endParaRPr lang="en-US" sz="1200" dirty="0"/>
              </a:p>
              <a:p>
                <a:r>
                  <a:rPr lang="en-US" sz="1200" dirty="0" err="1"/>
                  <a:t>Board_data</a:t>
                </a:r>
                <a:endParaRPr lang="en-US" sz="1200" dirty="0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D2D8FF2-389D-83D0-4C57-A10AFBEE8FB5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Move_valid</a:t>
              </a:r>
              <a:endParaRPr lang="en-US" sz="1200" dirty="0"/>
            </a:p>
            <a:p>
              <a:r>
                <a:rPr lang="en-US" sz="1200" dirty="0" err="1"/>
                <a:t>Down_valid</a:t>
              </a:r>
              <a:endParaRPr lang="en-US" sz="1200" dirty="0"/>
            </a:p>
            <a:p>
              <a:r>
                <a:rPr lang="en-US" sz="1200" dirty="0" err="1"/>
                <a:t>Rotate_valid</a:t>
              </a:r>
              <a:endParaRPr lang="en-US" sz="1200" dirty="0"/>
            </a:p>
            <a:p>
              <a:r>
                <a:rPr lang="en-US" sz="1200" dirty="0" err="1"/>
                <a:t>Spawn_valid</a:t>
              </a:r>
              <a:endParaRPr lang="en-US" sz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FA5779-E455-68B0-E4BC-63949D9BBCAB}"/>
              </a:ext>
            </a:extLst>
          </p:cNvPr>
          <p:cNvGrpSpPr/>
          <p:nvPr/>
        </p:nvGrpSpPr>
        <p:grpSpPr>
          <a:xfrm>
            <a:off x="5296364" y="2396170"/>
            <a:ext cx="2283426" cy="1872247"/>
            <a:chOff x="2641082" y="94236"/>
            <a:chExt cx="2283426" cy="187224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D814D6-9E94-E047-DCD0-77F5B213CBB9}"/>
                </a:ext>
              </a:extLst>
            </p:cNvPr>
            <p:cNvGrpSpPr/>
            <p:nvPr/>
          </p:nvGrpSpPr>
          <p:grpSpPr>
            <a:xfrm>
              <a:off x="2641082" y="94236"/>
              <a:ext cx="1857292" cy="1872247"/>
              <a:chOff x="2641082" y="94236"/>
              <a:chExt cx="1857292" cy="187224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3354B1B-6CD1-A05C-715B-756DCAC38FE1}"/>
                  </a:ext>
                </a:extLst>
              </p:cNvPr>
              <p:cNvSpPr/>
              <p:nvPr/>
            </p:nvSpPr>
            <p:spPr>
              <a:xfrm>
                <a:off x="2641083" y="94236"/>
                <a:ext cx="185729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99615A5-8C15-2889-6084-1B8ECCD9A93E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8572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Board Memory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14F3E5-57AE-59E6-184B-8859E4F4DA04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Wr_en</a:t>
                </a:r>
                <a:endParaRPr lang="en-US" sz="1200" dirty="0"/>
              </a:p>
              <a:p>
                <a:r>
                  <a:rPr lang="en-US" sz="1200" dirty="0" err="1"/>
                  <a:t>Piece_cells</a:t>
                </a:r>
                <a:endParaRPr lang="en-US" sz="1200" dirty="0"/>
              </a:p>
              <a:p>
                <a:r>
                  <a:rPr lang="en-US" sz="1200" dirty="0" err="1"/>
                  <a:t>Piece_x</a:t>
                </a:r>
                <a:endParaRPr lang="en-US" sz="1200" dirty="0"/>
              </a:p>
              <a:p>
                <a:r>
                  <a:rPr lang="en-US" sz="1200" dirty="0" err="1"/>
                  <a:t>Piece_y</a:t>
                </a:r>
                <a:endParaRPr lang="en-US" sz="1200" dirty="0"/>
              </a:p>
              <a:p>
                <a:r>
                  <a:rPr lang="en-US" sz="1200" dirty="0" err="1"/>
                  <a:t>Clear_en</a:t>
                </a:r>
                <a:endParaRPr lang="en-US" sz="1200" dirty="0"/>
              </a:p>
              <a:p>
                <a:r>
                  <a:rPr lang="en-US" sz="1200" dirty="0" err="1"/>
                  <a:t>Shift_en</a:t>
                </a:r>
                <a:endParaRPr lang="en-US" sz="120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93795DA-93A5-2001-3575-3DFFB203927B}"/>
                </a:ext>
              </a:extLst>
            </p:cNvPr>
            <p:cNvSpPr txBox="1"/>
            <p:nvPr/>
          </p:nvSpPr>
          <p:spPr>
            <a:xfrm>
              <a:off x="3556863" y="396823"/>
              <a:ext cx="1367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Board_data</a:t>
              </a:r>
              <a:endParaRPr lang="en-US" sz="12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7967497-A544-9987-3C4E-EEBA5EA3890E}"/>
              </a:ext>
            </a:extLst>
          </p:cNvPr>
          <p:cNvGrpSpPr/>
          <p:nvPr/>
        </p:nvGrpSpPr>
        <p:grpSpPr>
          <a:xfrm>
            <a:off x="5296364" y="4407794"/>
            <a:ext cx="2281973" cy="1133585"/>
            <a:chOff x="2641082" y="94236"/>
            <a:chExt cx="2281973" cy="113358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BC3924A-098F-6514-D131-D6DA1BBB7892}"/>
                </a:ext>
              </a:extLst>
            </p:cNvPr>
            <p:cNvGrpSpPr/>
            <p:nvPr/>
          </p:nvGrpSpPr>
          <p:grpSpPr>
            <a:xfrm>
              <a:off x="2641082" y="94236"/>
              <a:ext cx="1970423" cy="1133585"/>
              <a:chOff x="2641082" y="94236"/>
              <a:chExt cx="1970423" cy="1133585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A7E6605-C686-7392-C094-EEB64123C872}"/>
                  </a:ext>
                </a:extLst>
              </p:cNvPr>
              <p:cNvSpPr/>
              <p:nvPr/>
            </p:nvSpPr>
            <p:spPr>
              <a:xfrm>
                <a:off x="2641083" y="94237"/>
                <a:ext cx="1970422" cy="11335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0964BD8-32FB-C72A-BB83-D189670A578D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Line Clear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91ED7CA-9365-7DEC-426C-5E0E2DB215BF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Board_data</a:t>
                </a:r>
                <a:endParaRPr lang="en-US" sz="1200" dirty="0"/>
              </a:p>
              <a:p>
                <a:r>
                  <a:rPr lang="en-US" sz="1200" dirty="0" err="1"/>
                  <a:t>Clear_en</a:t>
                </a:r>
                <a:endParaRPr lang="en-US" sz="1200" dirty="0"/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CDA5D5-B02E-134F-12F8-51ACC0DF6143}"/>
                </a:ext>
              </a:extLst>
            </p:cNvPr>
            <p:cNvSpPr txBox="1"/>
            <p:nvPr/>
          </p:nvSpPr>
          <p:spPr>
            <a:xfrm>
              <a:off x="3555410" y="462732"/>
              <a:ext cx="13676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Rows_cleared</a:t>
              </a:r>
              <a:endParaRPr lang="en-US" sz="1200" dirty="0"/>
            </a:p>
            <a:p>
              <a:r>
                <a:rPr lang="en-US" sz="1200" dirty="0" err="1"/>
                <a:t>Shift_en</a:t>
              </a:r>
              <a:endParaRPr lang="en-US" sz="1200" dirty="0"/>
            </a:p>
            <a:p>
              <a:r>
                <a:rPr lang="en-US" sz="1200" dirty="0"/>
                <a:t>score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F97AE3-5915-3C04-7E60-E026738C3D82}"/>
              </a:ext>
            </a:extLst>
          </p:cNvPr>
          <p:cNvGrpSpPr/>
          <p:nvPr/>
        </p:nvGrpSpPr>
        <p:grpSpPr>
          <a:xfrm>
            <a:off x="8545958" y="2462268"/>
            <a:ext cx="1989235" cy="1133585"/>
            <a:chOff x="2641082" y="94236"/>
            <a:chExt cx="1989235" cy="113358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DD75C13-9CD6-039A-FF0A-B0C295576B56}"/>
                </a:ext>
              </a:extLst>
            </p:cNvPr>
            <p:cNvGrpSpPr/>
            <p:nvPr/>
          </p:nvGrpSpPr>
          <p:grpSpPr>
            <a:xfrm>
              <a:off x="2641082" y="94236"/>
              <a:ext cx="1506151" cy="1133585"/>
              <a:chOff x="2641082" y="94236"/>
              <a:chExt cx="1506151" cy="1133585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B613AB6-A599-0C18-1296-A4EA065770C3}"/>
                  </a:ext>
                </a:extLst>
              </p:cNvPr>
              <p:cNvSpPr/>
              <p:nvPr/>
            </p:nvSpPr>
            <p:spPr>
              <a:xfrm>
                <a:off x="2641083" y="94237"/>
                <a:ext cx="1252716" cy="11335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0872E0-C12E-45DB-EC6F-93B28B828232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Video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CDE60C4-42C0-B73A-684B-D6E6A1725564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/>
                  <a:t>Row</a:t>
                </a:r>
              </a:p>
              <a:p>
                <a:r>
                  <a:rPr lang="en-US" sz="1200" dirty="0"/>
                  <a:t>col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28A1BAE-9E83-E791-3602-91388E5BFEF2}"/>
                </a:ext>
              </a:extLst>
            </p:cNvPr>
            <p:cNvSpPr txBox="1"/>
            <p:nvPr/>
          </p:nvSpPr>
          <p:spPr>
            <a:xfrm>
              <a:off x="3262672" y="464563"/>
              <a:ext cx="1367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Tmds</a:t>
              </a:r>
              <a:endParaRPr lang="en-US" sz="1200" dirty="0"/>
            </a:p>
            <a:p>
              <a:r>
                <a:rPr lang="en-US" sz="1200" dirty="0" err="1"/>
                <a:t>tmdsb</a:t>
              </a:r>
              <a:endParaRPr lang="en-US" sz="1200" dirty="0"/>
            </a:p>
          </p:txBody>
        </p:sp>
      </p:grp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0E20116-86E8-133C-3932-F5C69C4D15F6}"/>
              </a:ext>
            </a:extLst>
          </p:cNvPr>
          <p:cNvCxnSpPr/>
          <p:nvPr/>
        </p:nvCxnSpPr>
        <p:spPr>
          <a:xfrm rot="5400000" flipH="1" flipV="1">
            <a:off x="2092506" y="992205"/>
            <a:ext cx="239842" cy="200326"/>
          </a:xfrm>
          <a:prstGeom prst="bentConnector3">
            <a:avLst>
              <a:gd name="adj1" fmla="val 1016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D7C5788-2149-6598-5986-2E21DA3596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0772" y="2377009"/>
            <a:ext cx="2277977" cy="207519"/>
          </a:xfrm>
          <a:prstGeom prst="bentConnector3">
            <a:avLst>
              <a:gd name="adj1" fmla="val 997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A97B9DB1-EBE5-3E8E-2551-4C62C2728744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V="1">
            <a:off x="2236937" y="1538211"/>
            <a:ext cx="1940042" cy="1780920"/>
          </a:xfrm>
          <a:prstGeom prst="curvedConnector4">
            <a:avLst>
              <a:gd name="adj1" fmla="val -59358"/>
              <a:gd name="adj2" fmla="val 1759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89D2B65-2F20-08B2-6263-CE2261C5F7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18289" y="2431849"/>
            <a:ext cx="1068877" cy="487271"/>
          </a:xfrm>
          <a:prstGeom prst="bentConnector3">
            <a:avLst>
              <a:gd name="adj1" fmla="val 1007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EAAA880-BA50-A781-77BB-AEA0724ADD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20189" y="3446447"/>
            <a:ext cx="3640802" cy="311546"/>
          </a:xfrm>
          <a:prstGeom prst="bentConnector3">
            <a:avLst>
              <a:gd name="adj1" fmla="val 999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4FB5F9-EC50-27C8-9EF1-7EFA27F3F18E}"/>
              </a:ext>
            </a:extLst>
          </p:cNvPr>
          <p:cNvCxnSpPr/>
          <p:nvPr/>
        </p:nvCxnSpPr>
        <p:spPr>
          <a:xfrm flipH="1">
            <a:off x="4650311" y="2141046"/>
            <a:ext cx="1587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F6A27E1-93FE-09DF-29FD-D41B3F58311A}"/>
              </a:ext>
            </a:extLst>
          </p:cNvPr>
          <p:cNvCxnSpPr/>
          <p:nvPr/>
        </p:nvCxnSpPr>
        <p:spPr>
          <a:xfrm flipH="1">
            <a:off x="4650311" y="1781817"/>
            <a:ext cx="334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D9213B6-66B8-1152-9E50-7D7B8639BDE5}"/>
              </a:ext>
            </a:extLst>
          </p:cNvPr>
          <p:cNvCxnSpPr>
            <a:cxnSpLocks/>
          </p:cNvCxnSpPr>
          <p:nvPr/>
        </p:nvCxnSpPr>
        <p:spPr>
          <a:xfrm>
            <a:off x="4650311" y="723324"/>
            <a:ext cx="646052" cy="4889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BB3F4AB-0BDB-A56C-307A-B68EB087AC4B}"/>
              </a:ext>
            </a:extLst>
          </p:cNvPr>
          <p:cNvCxnSpPr/>
          <p:nvPr/>
        </p:nvCxnSpPr>
        <p:spPr>
          <a:xfrm flipV="1">
            <a:off x="7153655" y="1781817"/>
            <a:ext cx="1394206" cy="10554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640F42-EEF2-6C86-4D66-60D2FC893D71}"/>
              </a:ext>
            </a:extLst>
          </p:cNvPr>
          <p:cNvCxnSpPr/>
          <p:nvPr/>
        </p:nvCxnSpPr>
        <p:spPr>
          <a:xfrm>
            <a:off x="7634085" y="996987"/>
            <a:ext cx="913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C8B3282-6B73-41D8-E2E0-6B92235E8D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8744" y="3755487"/>
            <a:ext cx="5043750" cy="450074"/>
          </a:xfrm>
          <a:prstGeom prst="bentConnector3">
            <a:avLst>
              <a:gd name="adj1" fmla="val -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290C550-5B0E-2264-1AB7-DE068133FDDE}"/>
              </a:ext>
            </a:extLst>
          </p:cNvPr>
          <p:cNvCxnSpPr/>
          <p:nvPr/>
        </p:nvCxnSpPr>
        <p:spPr>
          <a:xfrm flipH="1">
            <a:off x="1220855" y="6473371"/>
            <a:ext cx="101293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0684804-442F-8456-B5EC-91DA74871DFD}"/>
              </a:ext>
            </a:extLst>
          </p:cNvPr>
          <p:cNvCxnSpPr/>
          <p:nvPr/>
        </p:nvCxnSpPr>
        <p:spPr>
          <a:xfrm rot="5400000" flipH="1" flipV="1">
            <a:off x="-393974" y="3755876"/>
            <a:ext cx="4332325" cy="1102666"/>
          </a:xfrm>
          <a:prstGeom prst="bentConnector3">
            <a:avLst>
              <a:gd name="adj1" fmla="val 999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121636B-C8D0-8B2E-6F22-D52E8A36D781}"/>
              </a:ext>
            </a:extLst>
          </p:cNvPr>
          <p:cNvCxnSpPr>
            <a:cxnSpLocks/>
            <a:stCxn id="48" idx="3"/>
            <a:endCxn id="75" idx="1"/>
          </p:cNvCxnSpPr>
          <p:nvPr/>
        </p:nvCxnSpPr>
        <p:spPr>
          <a:xfrm>
            <a:off x="7951646" y="1273986"/>
            <a:ext cx="598220" cy="1906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85D2E51-7614-29E5-792A-56364B612AF4}"/>
              </a:ext>
            </a:extLst>
          </p:cNvPr>
          <p:cNvCxnSpPr>
            <a:stCxn id="48" idx="3"/>
          </p:cNvCxnSpPr>
          <p:nvPr/>
        </p:nvCxnSpPr>
        <p:spPr>
          <a:xfrm flipH="1" flipV="1">
            <a:off x="7634085" y="1273985"/>
            <a:ext cx="31756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777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206</Words>
  <Application>Microsoft Office PowerPoint</Application>
  <PresentationFormat>Widescreen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Sweitzer, Brandon C C2C USAF USAFA CW/CS37</dc:creator>
  <cp:lastModifiedBy>Sweitzer, Brandon C C2C USAF USAFA CW/CS37</cp:lastModifiedBy>
  <cp:revision>4</cp:revision>
  <dcterms:created xsi:type="dcterms:W3CDTF">2026-04-21T20:26:00Z</dcterms:created>
  <dcterms:modified xsi:type="dcterms:W3CDTF">2026-04-23T02:46:14Z</dcterms:modified>
</cp:coreProperties>
</file>