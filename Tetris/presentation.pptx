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E814BD-72B9-46C2-8E00-42A2FCDCACE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8C40FEB-1E98-429E-92D5-12E51C9D8C20}">
      <dgm:prSet/>
      <dgm:spPr/>
      <dgm:t>
        <a:bodyPr/>
        <a:lstStyle/>
        <a:p>
          <a:pPr>
            <a:defRPr cap="all"/>
          </a:pPr>
          <a:r>
            <a:rPr lang="en-US"/>
            <a:t>Modern games run on software processors</a:t>
          </a:r>
        </a:p>
      </dgm:t>
    </dgm:pt>
    <dgm:pt modelId="{3678A662-3C06-4D45-838C-EC01517755EC}" type="parTrans" cxnId="{04CF1B5D-5EC1-4049-9C87-E92834D4BAE9}">
      <dgm:prSet/>
      <dgm:spPr/>
      <dgm:t>
        <a:bodyPr/>
        <a:lstStyle/>
        <a:p>
          <a:endParaRPr lang="en-US"/>
        </a:p>
      </dgm:t>
    </dgm:pt>
    <dgm:pt modelId="{85344E1E-1C5C-42EF-B05D-9D0AD6A84C83}" type="sibTrans" cxnId="{04CF1B5D-5EC1-4049-9C87-E92834D4BAE9}">
      <dgm:prSet/>
      <dgm:spPr/>
      <dgm:t>
        <a:bodyPr/>
        <a:lstStyle/>
        <a:p>
          <a:endParaRPr lang="en-US"/>
        </a:p>
      </dgm:t>
    </dgm:pt>
    <dgm:pt modelId="{025E88CB-E7D1-42EA-BCB3-AFAB739849EE}">
      <dgm:prSet/>
      <dgm:spPr/>
      <dgm:t>
        <a:bodyPr/>
        <a:lstStyle/>
        <a:p>
          <a:pPr>
            <a:defRPr cap="all"/>
          </a:pPr>
          <a:r>
            <a:rPr lang="en-US"/>
            <a:t>Hardware-only systems are faster</a:t>
          </a:r>
        </a:p>
      </dgm:t>
    </dgm:pt>
    <dgm:pt modelId="{ED903871-4EF3-4423-83BB-EF4CB7B1C3DC}" type="parTrans" cxnId="{285D6CE5-AE7E-46A8-8EAD-A7FDB6A50C5A}">
      <dgm:prSet/>
      <dgm:spPr/>
      <dgm:t>
        <a:bodyPr/>
        <a:lstStyle/>
        <a:p>
          <a:endParaRPr lang="en-US"/>
        </a:p>
      </dgm:t>
    </dgm:pt>
    <dgm:pt modelId="{6A31E403-2560-4EF7-8B81-2D3D34218851}" type="sibTrans" cxnId="{285D6CE5-AE7E-46A8-8EAD-A7FDB6A50C5A}">
      <dgm:prSet/>
      <dgm:spPr/>
      <dgm:t>
        <a:bodyPr/>
        <a:lstStyle/>
        <a:p>
          <a:endParaRPr lang="en-US"/>
        </a:p>
      </dgm:t>
    </dgm:pt>
    <dgm:pt modelId="{A450668B-8D72-4204-8A40-0B1E160506CB}">
      <dgm:prSet/>
      <dgm:spPr/>
      <dgm:t>
        <a:bodyPr/>
        <a:lstStyle/>
        <a:p>
          <a:pPr>
            <a:defRPr cap="all"/>
          </a:pPr>
          <a:r>
            <a:rPr lang="en-US"/>
            <a:t>Need for real-time embedded systems</a:t>
          </a:r>
        </a:p>
      </dgm:t>
    </dgm:pt>
    <dgm:pt modelId="{31BFE38D-34DA-4813-AA15-045DF64DA5B4}" type="parTrans" cxnId="{3DE70798-4A26-440B-86AC-1F399FC561AA}">
      <dgm:prSet/>
      <dgm:spPr/>
      <dgm:t>
        <a:bodyPr/>
        <a:lstStyle/>
        <a:p>
          <a:endParaRPr lang="en-US"/>
        </a:p>
      </dgm:t>
    </dgm:pt>
    <dgm:pt modelId="{2424BF3D-40BE-4080-B34A-ED10D7B63FFE}" type="sibTrans" cxnId="{3DE70798-4A26-440B-86AC-1F399FC561AA}">
      <dgm:prSet/>
      <dgm:spPr/>
      <dgm:t>
        <a:bodyPr/>
        <a:lstStyle/>
        <a:p>
          <a:endParaRPr lang="en-US"/>
        </a:p>
      </dgm:t>
    </dgm:pt>
    <dgm:pt modelId="{A255DA7A-4CA3-4202-97E8-74B340823CAD}" type="pres">
      <dgm:prSet presAssocID="{9AE814BD-72B9-46C2-8E00-42A2FCDCACE4}" presName="root" presStyleCnt="0">
        <dgm:presLayoutVars>
          <dgm:dir/>
          <dgm:resizeHandles val="exact"/>
        </dgm:presLayoutVars>
      </dgm:prSet>
      <dgm:spPr/>
    </dgm:pt>
    <dgm:pt modelId="{2F1851EA-A841-401E-995C-75AE07FD8416}" type="pres">
      <dgm:prSet presAssocID="{28C40FEB-1E98-429E-92D5-12E51C9D8C20}" presName="compNode" presStyleCnt="0"/>
      <dgm:spPr/>
    </dgm:pt>
    <dgm:pt modelId="{54C808F1-2BD8-45D0-A7B4-39FE86D98189}" type="pres">
      <dgm:prSet presAssocID="{28C40FEB-1E98-429E-92D5-12E51C9D8C2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284DAC8-8576-4C1A-8DD0-8FF11EEB0002}" type="pres">
      <dgm:prSet presAssocID="{28C40FEB-1E98-429E-92D5-12E51C9D8C2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5421C5B-ADBC-462E-976D-04B6764BBD61}" type="pres">
      <dgm:prSet presAssocID="{28C40FEB-1E98-429E-92D5-12E51C9D8C20}" presName="spaceRect" presStyleCnt="0"/>
      <dgm:spPr/>
    </dgm:pt>
    <dgm:pt modelId="{DA7BDB33-AEAD-43A9-B108-AF2DA5E8E7AD}" type="pres">
      <dgm:prSet presAssocID="{28C40FEB-1E98-429E-92D5-12E51C9D8C20}" presName="textRect" presStyleLbl="revTx" presStyleIdx="0" presStyleCnt="3">
        <dgm:presLayoutVars>
          <dgm:chMax val="1"/>
          <dgm:chPref val="1"/>
        </dgm:presLayoutVars>
      </dgm:prSet>
      <dgm:spPr/>
    </dgm:pt>
    <dgm:pt modelId="{3BA79F6D-49BC-4436-B1F3-C9EF30685633}" type="pres">
      <dgm:prSet presAssocID="{85344E1E-1C5C-42EF-B05D-9D0AD6A84C83}" presName="sibTrans" presStyleCnt="0"/>
      <dgm:spPr/>
    </dgm:pt>
    <dgm:pt modelId="{AB73AE7F-1D5A-4A39-B9BE-7761DEC96B4E}" type="pres">
      <dgm:prSet presAssocID="{025E88CB-E7D1-42EA-BCB3-AFAB739849EE}" presName="compNode" presStyleCnt="0"/>
      <dgm:spPr/>
    </dgm:pt>
    <dgm:pt modelId="{9D8756F9-BCE1-49AA-868E-B5C831B13CD1}" type="pres">
      <dgm:prSet presAssocID="{025E88CB-E7D1-42EA-BCB3-AFAB739849E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A27812E-D6F1-41BF-9725-289A40F6F111}" type="pres">
      <dgm:prSet presAssocID="{025E88CB-E7D1-42EA-BCB3-AFAB739849E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08BAAD8B-E87D-418A-9A92-A8E24D13185C}" type="pres">
      <dgm:prSet presAssocID="{025E88CB-E7D1-42EA-BCB3-AFAB739849EE}" presName="spaceRect" presStyleCnt="0"/>
      <dgm:spPr/>
    </dgm:pt>
    <dgm:pt modelId="{6FC890F4-1E67-4642-BF86-EB1514D74ADA}" type="pres">
      <dgm:prSet presAssocID="{025E88CB-E7D1-42EA-BCB3-AFAB739849EE}" presName="textRect" presStyleLbl="revTx" presStyleIdx="1" presStyleCnt="3">
        <dgm:presLayoutVars>
          <dgm:chMax val="1"/>
          <dgm:chPref val="1"/>
        </dgm:presLayoutVars>
      </dgm:prSet>
      <dgm:spPr/>
    </dgm:pt>
    <dgm:pt modelId="{60AF7E3B-9E1A-45B1-8AE1-E707BDC729ED}" type="pres">
      <dgm:prSet presAssocID="{6A31E403-2560-4EF7-8B81-2D3D34218851}" presName="sibTrans" presStyleCnt="0"/>
      <dgm:spPr/>
    </dgm:pt>
    <dgm:pt modelId="{2F45FEDE-67FC-4A6C-8C1F-7CC8A2D5491C}" type="pres">
      <dgm:prSet presAssocID="{A450668B-8D72-4204-8A40-0B1E160506CB}" presName="compNode" presStyleCnt="0"/>
      <dgm:spPr/>
    </dgm:pt>
    <dgm:pt modelId="{3E9AC1A8-0956-41C1-85A5-43C908D63E85}" type="pres">
      <dgm:prSet presAssocID="{A450668B-8D72-4204-8A40-0B1E160506CB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6030167-0D8B-4569-AABA-65892656CA18}" type="pres">
      <dgm:prSet presAssocID="{A450668B-8D72-4204-8A40-0B1E160506C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AF92808-4167-4B91-B6B6-043C3F0EFD5F}" type="pres">
      <dgm:prSet presAssocID="{A450668B-8D72-4204-8A40-0B1E160506CB}" presName="spaceRect" presStyleCnt="0"/>
      <dgm:spPr/>
    </dgm:pt>
    <dgm:pt modelId="{113869F4-1B5E-40CB-8238-184BB1C9749A}" type="pres">
      <dgm:prSet presAssocID="{A450668B-8D72-4204-8A40-0B1E160506C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51A5139-8A98-47A0-9818-B957CA84DCAB}" type="presOf" srcId="{A450668B-8D72-4204-8A40-0B1E160506CB}" destId="{113869F4-1B5E-40CB-8238-184BB1C9749A}" srcOrd="0" destOrd="0" presId="urn:microsoft.com/office/officeart/2018/5/layout/IconLeafLabelList"/>
    <dgm:cxn modelId="{04CF1B5D-5EC1-4049-9C87-E92834D4BAE9}" srcId="{9AE814BD-72B9-46C2-8E00-42A2FCDCACE4}" destId="{28C40FEB-1E98-429E-92D5-12E51C9D8C20}" srcOrd="0" destOrd="0" parTransId="{3678A662-3C06-4D45-838C-EC01517755EC}" sibTransId="{85344E1E-1C5C-42EF-B05D-9D0AD6A84C83}"/>
    <dgm:cxn modelId="{3DE70798-4A26-440B-86AC-1F399FC561AA}" srcId="{9AE814BD-72B9-46C2-8E00-42A2FCDCACE4}" destId="{A450668B-8D72-4204-8A40-0B1E160506CB}" srcOrd="2" destOrd="0" parTransId="{31BFE38D-34DA-4813-AA15-045DF64DA5B4}" sibTransId="{2424BF3D-40BE-4080-B34A-ED10D7B63FFE}"/>
    <dgm:cxn modelId="{CDA628A9-3458-476E-BE76-023E5545EF7D}" type="presOf" srcId="{9AE814BD-72B9-46C2-8E00-42A2FCDCACE4}" destId="{A255DA7A-4CA3-4202-97E8-74B340823CAD}" srcOrd="0" destOrd="0" presId="urn:microsoft.com/office/officeart/2018/5/layout/IconLeafLabelList"/>
    <dgm:cxn modelId="{DEFAC8E3-BAD7-4C98-9CAA-A726B691F5DD}" type="presOf" srcId="{28C40FEB-1E98-429E-92D5-12E51C9D8C20}" destId="{DA7BDB33-AEAD-43A9-B108-AF2DA5E8E7AD}" srcOrd="0" destOrd="0" presId="urn:microsoft.com/office/officeart/2018/5/layout/IconLeafLabelList"/>
    <dgm:cxn modelId="{285D6CE5-AE7E-46A8-8EAD-A7FDB6A50C5A}" srcId="{9AE814BD-72B9-46C2-8E00-42A2FCDCACE4}" destId="{025E88CB-E7D1-42EA-BCB3-AFAB739849EE}" srcOrd="1" destOrd="0" parTransId="{ED903871-4EF3-4423-83BB-EF4CB7B1C3DC}" sibTransId="{6A31E403-2560-4EF7-8B81-2D3D34218851}"/>
    <dgm:cxn modelId="{2D314AFE-10EA-40CC-9828-0E4C137E3757}" type="presOf" srcId="{025E88CB-E7D1-42EA-BCB3-AFAB739849EE}" destId="{6FC890F4-1E67-4642-BF86-EB1514D74ADA}" srcOrd="0" destOrd="0" presId="urn:microsoft.com/office/officeart/2018/5/layout/IconLeafLabelList"/>
    <dgm:cxn modelId="{CA03EF97-62B1-4F48-9044-4E42C7DA0117}" type="presParOf" srcId="{A255DA7A-4CA3-4202-97E8-74B340823CAD}" destId="{2F1851EA-A841-401E-995C-75AE07FD8416}" srcOrd="0" destOrd="0" presId="urn:microsoft.com/office/officeart/2018/5/layout/IconLeafLabelList"/>
    <dgm:cxn modelId="{26D311E7-E834-4AD1-A4AA-81457033CAA2}" type="presParOf" srcId="{2F1851EA-A841-401E-995C-75AE07FD8416}" destId="{54C808F1-2BD8-45D0-A7B4-39FE86D98189}" srcOrd="0" destOrd="0" presId="urn:microsoft.com/office/officeart/2018/5/layout/IconLeafLabelList"/>
    <dgm:cxn modelId="{FD02514D-4A93-4A3A-BA37-4FE02B6CFD8B}" type="presParOf" srcId="{2F1851EA-A841-401E-995C-75AE07FD8416}" destId="{2284DAC8-8576-4C1A-8DD0-8FF11EEB0002}" srcOrd="1" destOrd="0" presId="urn:microsoft.com/office/officeart/2018/5/layout/IconLeafLabelList"/>
    <dgm:cxn modelId="{60C943AA-F851-4C9C-BCF1-16B82825862F}" type="presParOf" srcId="{2F1851EA-A841-401E-995C-75AE07FD8416}" destId="{05421C5B-ADBC-462E-976D-04B6764BBD61}" srcOrd="2" destOrd="0" presId="urn:microsoft.com/office/officeart/2018/5/layout/IconLeafLabelList"/>
    <dgm:cxn modelId="{BA0D5A96-DA81-429F-A0CD-6C43031DF954}" type="presParOf" srcId="{2F1851EA-A841-401E-995C-75AE07FD8416}" destId="{DA7BDB33-AEAD-43A9-B108-AF2DA5E8E7AD}" srcOrd="3" destOrd="0" presId="urn:microsoft.com/office/officeart/2018/5/layout/IconLeafLabelList"/>
    <dgm:cxn modelId="{3FDB8D16-4282-4A9A-9313-71FDF2E24866}" type="presParOf" srcId="{A255DA7A-4CA3-4202-97E8-74B340823CAD}" destId="{3BA79F6D-49BC-4436-B1F3-C9EF30685633}" srcOrd="1" destOrd="0" presId="urn:microsoft.com/office/officeart/2018/5/layout/IconLeafLabelList"/>
    <dgm:cxn modelId="{2443E89F-8D33-4747-AA52-519230D5C457}" type="presParOf" srcId="{A255DA7A-4CA3-4202-97E8-74B340823CAD}" destId="{AB73AE7F-1D5A-4A39-B9BE-7761DEC96B4E}" srcOrd="2" destOrd="0" presId="urn:microsoft.com/office/officeart/2018/5/layout/IconLeafLabelList"/>
    <dgm:cxn modelId="{0375AF6A-243C-4FA0-A1EA-89BC795BDC5B}" type="presParOf" srcId="{AB73AE7F-1D5A-4A39-B9BE-7761DEC96B4E}" destId="{9D8756F9-BCE1-49AA-868E-B5C831B13CD1}" srcOrd="0" destOrd="0" presId="urn:microsoft.com/office/officeart/2018/5/layout/IconLeafLabelList"/>
    <dgm:cxn modelId="{733F1AED-586D-438E-A483-EBE05E033A03}" type="presParOf" srcId="{AB73AE7F-1D5A-4A39-B9BE-7761DEC96B4E}" destId="{8A27812E-D6F1-41BF-9725-289A40F6F111}" srcOrd="1" destOrd="0" presId="urn:microsoft.com/office/officeart/2018/5/layout/IconLeafLabelList"/>
    <dgm:cxn modelId="{8C74C3BB-7B57-49CB-9A4E-8E9CFCD72837}" type="presParOf" srcId="{AB73AE7F-1D5A-4A39-B9BE-7761DEC96B4E}" destId="{08BAAD8B-E87D-418A-9A92-A8E24D13185C}" srcOrd="2" destOrd="0" presId="urn:microsoft.com/office/officeart/2018/5/layout/IconLeafLabelList"/>
    <dgm:cxn modelId="{9EA3D6F4-1542-42D6-B164-6EDE2EFB189E}" type="presParOf" srcId="{AB73AE7F-1D5A-4A39-B9BE-7761DEC96B4E}" destId="{6FC890F4-1E67-4642-BF86-EB1514D74ADA}" srcOrd="3" destOrd="0" presId="urn:microsoft.com/office/officeart/2018/5/layout/IconLeafLabelList"/>
    <dgm:cxn modelId="{CCA9DC46-715E-4A5E-BA77-BAA9B4488FBE}" type="presParOf" srcId="{A255DA7A-4CA3-4202-97E8-74B340823CAD}" destId="{60AF7E3B-9E1A-45B1-8AE1-E707BDC729ED}" srcOrd="3" destOrd="0" presId="urn:microsoft.com/office/officeart/2018/5/layout/IconLeafLabelList"/>
    <dgm:cxn modelId="{4D2B744F-5BDB-4F61-9B1A-FC097CE0AE7A}" type="presParOf" srcId="{A255DA7A-4CA3-4202-97E8-74B340823CAD}" destId="{2F45FEDE-67FC-4A6C-8C1F-7CC8A2D5491C}" srcOrd="4" destOrd="0" presId="urn:microsoft.com/office/officeart/2018/5/layout/IconLeafLabelList"/>
    <dgm:cxn modelId="{3A4A5604-ECD1-49F5-BE25-D3FDFC510554}" type="presParOf" srcId="{2F45FEDE-67FC-4A6C-8C1F-7CC8A2D5491C}" destId="{3E9AC1A8-0956-41C1-85A5-43C908D63E85}" srcOrd="0" destOrd="0" presId="urn:microsoft.com/office/officeart/2018/5/layout/IconLeafLabelList"/>
    <dgm:cxn modelId="{3CC7829B-F5EC-4C03-B89C-0F1D08F4F14D}" type="presParOf" srcId="{2F45FEDE-67FC-4A6C-8C1F-7CC8A2D5491C}" destId="{A6030167-0D8B-4569-AABA-65892656CA18}" srcOrd="1" destOrd="0" presId="urn:microsoft.com/office/officeart/2018/5/layout/IconLeafLabelList"/>
    <dgm:cxn modelId="{000E06C6-F33A-49F4-903C-E921B6119C0C}" type="presParOf" srcId="{2F45FEDE-67FC-4A6C-8C1F-7CC8A2D5491C}" destId="{FAF92808-4167-4B91-B6B6-043C3F0EFD5F}" srcOrd="2" destOrd="0" presId="urn:microsoft.com/office/officeart/2018/5/layout/IconLeafLabelList"/>
    <dgm:cxn modelId="{92048523-4707-4DAA-90E0-970064FCEDA9}" type="presParOf" srcId="{2F45FEDE-67FC-4A6C-8C1F-7CC8A2D5491C}" destId="{113869F4-1B5E-40CB-8238-184BB1C9749A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57EB6C-4302-4F01-8A7A-887713D7F282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21191C6-E13A-4D26-A0A1-8C077504B1FC}">
      <dgm:prSet/>
      <dgm:spPr/>
      <dgm:t>
        <a:bodyPr/>
        <a:lstStyle/>
        <a:p>
          <a:r>
            <a:rPr lang="en-US"/>
            <a:t>Implement Tetris in pure VHDL</a:t>
          </a:r>
        </a:p>
      </dgm:t>
    </dgm:pt>
    <dgm:pt modelId="{F0EA0C70-04DC-4D4B-928E-C8E4EFEAF2AD}" type="parTrans" cxnId="{A538D030-3A61-4DC9-A63E-05B41A72E4E6}">
      <dgm:prSet/>
      <dgm:spPr/>
      <dgm:t>
        <a:bodyPr/>
        <a:lstStyle/>
        <a:p>
          <a:endParaRPr lang="en-US"/>
        </a:p>
      </dgm:t>
    </dgm:pt>
    <dgm:pt modelId="{EF960E12-2588-4746-AF37-D035FBBA1FA6}" type="sibTrans" cxnId="{A538D030-3A61-4DC9-A63E-05B41A72E4E6}">
      <dgm:prSet/>
      <dgm:spPr/>
      <dgm:t>
        <a:bodyPr/>
        <a:lstStyle/>
        <a:p>
          <a:endParaRPr lang="en-US"/>
        </a:p>
      </dgm:t>
    </dgm:pt>
    <dgm:pt modelId="{E8A986B9-CA34-43F6-9527-A2EA463AE3D6}">
      <dgm:prSet/>
      <dgm:spPr/>
      <dgm:t>
        <a:bodyPr/>
        <a:lstStyle/>
        <a:p>
          <a:r>
            <a:rPr lang="en-US"/>
            <a:t>Real-time video output</a:t>
          </a:r>
        </a:p>
      </dgm:t>
    </dgm:pt>
    <dgm:pt modelId="{F5681E1F-035C-4E82-A5BA-13EA7D878841}" type="parTrans" cxnId="{0B9ACCA7-6ED9-466D-8956-5C1830C75EBC}">
      <dgm:prSet/>
      <dgm:spPr/>
      <dgm:t>
        <a:bodyPr/>
        <a:lstStyle/>
        <a:p>
          <a:endParaRPr lang="en-US"/>
        </a:p>
      </dgm:t>
    </dgm:pt>
    <dgm:pt modelId="{5C289019-F18A-4255-9052-114216212015}" type="sibTrans" cxnId="{0B9ACCA7-6ED9-466D-8956-5C1830C75EBC}">
      <dgm:prSet/>
      <dgm:spPr/>
      <dgm:t>
        <a:bodyPr/>
        <a:lstStyle/>
        <a:p>
          <a:endParaRPr lang="en-US"/>
        </a:p>
      </dgm:t>
    </dgm:pt>
    <dgm:pt modelId="{0C8F1A67-960E-40AC-96D8-9D6E8064DCB7}">
      <dgm:prSet/>
      <dgm:spPr/>
      <dgm:t>
        <a:bodyPr/>
        <a:lstStyle/>
        <a:p>
          <a:r>
            <a:rPr lang="en-US"/>
            <a:t>Hardware FSM game control</a:t>
          </a:r>
        </a:p>
      </dgm:t>
    </dgm:pt>
    <dgm:pt modelId="{9FDBA4CF-E4F1-4E29-8E04-A345F051078A}" type="parTrans" cxnId="{DD7BAE18-2D40-4EF4-A777-AE01E9710D4F}">
      <dgm:prSet/>
      <dgm:spPr/>
      <dgm:t>
        <a:bodyPr/>
        <a:lstStyle/>
        <a:p>
          <a:endParaRPr lang="en-US"/>
        </a:p>
      </dgm:t>
    </dgm:pt>
    <dgm:pt modelId="{32282416-6CEA-4A8F-B5F5-777A2521FBBA}" type="sibTrans" cxnId="{DD7BAE18-2D40-4EF4-A777-AE01E9710D4F}">
      <dgm:prSet/>
      <dgm:spPr/>
      <dgm:t>
        <a:bodyPr/>
        <a:lstStyle/>
        <a:p>
          <a:endParaRPr lang="en-US"/>
        </a:p>
      </dgm:t>
    </dgm:pt>
    <dgm:pt modelId="{26C829A7-55A3-4479-8757-3B3F5C12A2DB}">
      <dgm:prSet/>
      <dgm:spPr/>
      <dgm:t>
        <a:bodyPr/>
        <a:lstStyle/>
        <a:p>
          <a:r>
            <a:rPr lang="en-US"/>
            <a:t>External controller</a:t>
          </a:r>
        </a:p>
      </dgm:t>
    </dgm:pt>
    <dgm:pt modelId="{C4A439E3-166B-400F-BB7F-6AAE56185AE4}" type="parTrans" cxnId="{A6668F59-FC6C-49AD-AFF4-6091CEBA0FDD}">
      <dgm:prSet/>
      <dgm:spPr/>
      <dgm:t>
        <a:bodyPr/>
        <a:lstStyle/>
        <a:p>
          <a:endParaRPr lang="en-US"/>
        </a:p>
      </dgm:t>
    </dgm:pt>
    <dgm:pt modelId="{B33DAE19-F894-4783-B2A5-1F216A5C2135}" type="sibTrans" cxnId="{A6668F59-FC6C-49AD-AFF4-6091CEBA0FDD}">
      <dgm:prSet/>
      <dgm:spPr/>
      <dgm:t>
        <a:bodyPr/>
        <a:lstStyle/>
        <a:p>
          <a:endParaRPr lang="en-US"/>
        </a:p>
      </dgm:t>
    </dgm:pt>
    <dgm:pt modelId="{80DDD7A5-0DA7-4FB2-9318-15D88C38C90C}" type="pres">
      <dgm:prSet presAssocID="{1857EB6C-4302-4F01-8A7A-887713D7F282}" presName="matrix" presStyleCnt="0">
        <dgm:presLayoutVars>
          <dgm:chMax val="1"/>
          <dgm:dir/>
          <dgm:resizeHandles val="exact"/>
        </dgm:presLayoutVars>
      </dgm:prSet>
      <dgm:spPr/>
    </dgm:pt>
    <dgm:pt modelId="{472343E2-8387-40DF-8A4A-52CB9B5EAA86}" type="pres">
      <dgm:prSet presAssocID="{1857EB6C-4302-4F01-8A7A-887713D7F282}" presName="diamond" presStyleLbl="bgShp" presStyleIdx="0" presStyleCnt="1"/>
      <dgm:spPr/>
    </dgm:pt>
    <dgm:pt modelId="{12BABBAB-6E52-40B6-B4C2-5010EB1A33DB}" type="pres">
      <dgm:prSet presAssocID="{1857EB6C-4302-4F01-8A7A-887713D7F28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8101DE7-6D06-48A0-85E0-8AA9EADE55CB}" type="pres">
      <dgm:prSet presAssocID="{1857EB6C-4302-4F01-8A7A-887713D7F28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D155CBE-C090-4146-B8E4-E22D48E0E3F8}" type="pres">
      <dgm:prSet presAssocID="{1857EB6C-4302-4F01-8A7A-887713D7F28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6C2B92F-3245-4C65-9EDD-83C07F2587CD}" type="pres">
      <dgm:prSet presAssocID="{1857EB6C-4302-4F01-8A7A-887713D7F28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DD7BAE18-2D40-4EF4-A777-AE01E9710D4F}" srcId="{1857EB6C-4302-4F01-8A7A-887713D7F282}" destId="{0C8F1A67-960E-40AC-96D8-9D6E8064DCB7}" srcOrd="2" destOrd="0" parTransId="{9FDBA4CF-E4F1-4E29-8E04-A345F051078A}" sibTransId="{32282416-6CEA-4A8F-B5F5-777A2521FBBA}"/>
    <dgm:cxn modelId="{A538D030-3A61-4DC9-A63E-05B41A72E4E6}" srcId="{1857EB6C-4302-4F01-8A7A-887713D7F282}" destId="{C21191C6-E13A-4D26-A0A1-8C077504B1FC}" srcOrd="0" destOrd="0" parTransId="{F0EA0C70-04DC-4D4B-928E-C8E4EFEAF2AD}" sibTransId="{EF960E12-2588-4746-AF37-D035FBBA1FA6}"/>
    <dgm:cxn modelId="{53304467-3A8E-44C0-AFCF-996A8D4BB546}" type="presOf" srcId="{0C8F1A67-960E-40AC-96D8-9D6E8064DCB7}" destId="{8D155CBE-C090-4146-B8E4-E22D48E0E3F8}" srcOrd="0" destOrd="0" presId="urn:microsoft.com/office/officeart/2005/8/layout/matrix3"/>
    <dgm:cxn modelId="{124C9077-8745-433E-8A25-3C387F2A299E}" type="presOf" srcId="{C21191C6-E13A-4D26-A0A1-8C077504B1FC}" destId="{12BABBAB-6E52-40B6-B4C2-5010EB1A33DB}" srcOrd="0" destOrd="0" presId="urn:microsoft.com/office/officeart/2005/8/layout/matrix3"/>
    <dgm:cxn modelId="{A6668F59-FC6C-49AD-AFF4-6091CEBA0FDD}" srcId="{1857EB6C-4302-4F01-8A7A-887713D7F282}" destId="{26C829A7-55A3-4479-8757-3B3F5C12A2DB}" srcOrd="3" destOrd="0" parTransId="{C4A439E3-166B-400F-BB7F-6AAE56185AE4}" sibTransId="{B33DAE19-F894-4783-B2A5-1F216A5C2135}"/>
    <dgm:cxn modelId="{4356EDA4-BEB6-4080-87B9-B4DE47E66655}" type="presOf" srcId="{26C829A7-55A3-4479-8757-3B3F5C12A2DB}" destId="{F6C2B92F-3245-4C65-9EDD-83C07F2587CD}" srcOrd="0" destOrd="0" presId="urn:microsoft.com/office/officeart/2005/8/layout/matrix3"/>
    <dgm:cxn modelId="{0B9ACCA7-6ED9-466D-8956-5C1830C75EBC}" srcId="{1857EB6C-4302-4F01-8A7A-887713D7F282}" destId="{E8A986B9-CA34-43F6-9527-A2EA463AE3D6}" srcOrd="1" destOrd="0" parTransId="{F5681E1F-035C-4E82-A5BA-13EA7D878841}" sibTransId="{5C289019-F18A-4255-9052-114216212015}"/>
    <dgm:cxn modelId="{6AFAB2AC-BE35-46FF-92A6-848AC24183FC}" type="presOf" srcId="{E8A986B9-CA34-43F6-9527-A2EA463AE3D6}" destId="{F8101DE7-6D06-48A0-85E0-8AA9EADE55CB}" srcOrd="0" destOrd="0" presId="urn:microsoft.com/office/officeart/2005/8/layout/matrix3"/>
    <dgm:cxn modelId="{AFF407BD-0906-43F2-ADED-FBDB7461803C}" type="presOf" srcId="{1857EB6C-4302-4F01-8A7A-887713D7F282}" destId="{80DDD7A5-0DA7-4FB2-9318-15D88C38C90C}" srcOrd="0" destOrd="0" presId="urn:microsoft.com/office/officeart/2005/8/layout/matrix3"/>
    <dgm:cxn modelId="{4480E688-38FB-4F7E-80E7-1EEC38FA6901}" type="presParOf" srcId="{80DDD7A5-0DA7-4FB2-9318-15D88C38C90C}" destId="{472343E2-8387-40DF-8A4A-52CB9B5EAA86}" srcOrd="0" destOrd="0" presId="urn:microsoft.com/office/officeart/2005/8/layout/matrix3"/>
    <dgm:cxn modelId="{A282924D-B63E-4650-A39D-A7BE5A409AA5}" type="presParOf" srcId="{80DDD7A5-0DA7-4FB2-9318-15D88C38C90C}" destId="{12BABBAB-6E52-40B6-B4C2-5010EB1A33DB}" srcOrd="1" destOrd="0" presId="urn:microsoft.com/office/officeart/2005/8/layout/matrix3"/>
    <dgm:cxn modelId="{FC0669C6-7243-4BB7-B229-F447A289FC2B}" type="presParOf" srcId="{80DDD7A5-0DA7-4FB2-9318-15D88C38C90C}" destId="{F8101DE7-6D06-48A0-85E0-8AA9EADE55CB}" srcOrd="2" destOrd="0" presId="urn:microsoft.com/office/officeart/2005/8/layout/matrix3"/>
    <dgm:cxn modelId="{328FE449-4EE7-48C4-8AF7-41FF8E74DCED}" type="presParOf" srcId="{80DDD7A5-0DA7-4FB2-9318-15D88C38C90C}" destId="{8D155CBE-C090-4146-B8E4-E22D48E0E3F8}" srcOrd="3" destOrd="0" presId="urn:microsoft.com/office/officeart/2005/8/layout/matrix3"/>
    <dgm:cxn modelId="{46D8E586-1ED8-4E16-A7FA-9559E19FBE7C}" type="presParOf" srcId="{80DDD7A5-0DA7-4FB2-9318-15D88C38C90C}" destId="{F6C2B92F-3245-4C65-9EDD-83C07F2587CD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407373-04B8-49EB-9195-4CF863B8F287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6F174F4-4EB2-46FF-826E-D2F046F8BF3F}">
      <dgm:prSet/>
      <dgm:spPr/>
      <dgm:t>
        <a:bodyPr/>
        <a:lstStyle/>
        <a:p>
          <a:r>
            <a:rPr lang="en-US"/>
            <a:t>Inputs to FSM decisions</a:t>
          </a:r>
        </a:p>
      </dgm:t>
    </dgm:pt>
    <dgm:pt modelId="{4FE9BDF6-E397-43A0-BFA3-9CE4FE6FFE21}" type="parTrans" cxnId="{CEE6A0A5-346F-44A0-9E22-AAF2FE93F08F}">
      <dgm:prSet/>
      <dgm:spPr/>
      <dgm:t>
        <a:bodyPr/>
        <a:lstStyle/>
        <a:p>
          <a:endParaRPr lang="en-US"/>
        </a:p>
      </dgm:t>
    </dgm:pt>
    <dgm:pt modelId="{A229BE6B-2C78-443B-A162-D3930D0C473C}" type="sibTrans" cxnId="{CEE6A0A5-346F-44A0-9E22-AAF2FE93F08F}">
      <dgm:prSet/>
      <dgm:spPr/>
      <dgm:t>
        <a:bodyPr/>
        <a:lstStyle/>
        <a:p>
          <a:endParaRPr lang="en-US"/>
        </a:p>
      </dgm:t>
    </dgm:pt>
    <dgm:pt modelId="{56D67B8D-D747-4EC7-B5BB-EC5161590949}">
      <dgm:prSet/>
      <dgm:spPr/>
      <dgm:t>
        <a:bodyPr/>
        <a:lstStyle/>
        <a:p>
          <a:r>
            <a:rPr lang="en-US"/>
            <a:t>FSM to movement commands</a:t>
          </a:r>
        </a:p>
      </dgm:t>
    </dgm:pt>
    <dgm:pt modelId="{D5BE3D76-A295-4498-8CEE-A156B0E17D6F}" type="parTrans" cxnId="{5CB4DF2A-26B0-40B6-8285-7E875067F175}">
      <dgm:prSet/>
      <dgm:spPr/>
      <dgm:t>
        <a:bodyPr/>
        <a:lstStyle/>
        <a:p>
          <a:endParaRPr lang="en-US"/>
        </a:p>
      </dgm:t>
    </dgm:pt>
    <dgm:pt modelId="{765962FF-BD41-4CD3-989B-028FE8A9C1C7}" type="sibTrans" cxnId="{5CB4DF2A-26B0-40B6-8285-7E875067F175}">
      <dgm:prSet/>
      <dgm:spPr/>
      <dgm:t>
        <a:bodyPr/>
        <a:lstStyle/>
        <a:p>
          <a:endParaRPr lang="en-US"/>
        </a:p>
      </dgm:t>
    </dgm:pt>
    <dgm:pt modelId="{067A2942-832F-4B62-8CAB-2B804A38913E}">
      <dgm:prSet/>
      <dgm:spPr/>
      <dgm:t>
        <a:bodyPr/>
        <a:lstStyle/>
        <a:p>
          <a:r>
            <a:rPr lang="en-US"/>
            <a:t>Board updates, rendered by frame</a:t>
          </a:r>
        </a:p>
      </dgm:t>
    </dgm:pt>
    <dgm:pt modelId="{724983A7-3A38-4066-A63F-E14BAF5C259A}" type="parTrans" cxnId="{66123ACC-70BF-44E5-A88E-1FE2BAA3F608}">
      <dgm:prSet/>
      <dgm:spPr/>
      <dgm:t>
        <a:bodyPr/>
        <a:lstStyle/>
        <a:p>
          <a:endParaRPr lang="en-US"/>
        </a:p>
      </dgm:t>
    </dgm:pt>
    <dgm:pt modelId="{C5459E28-7CFB-4226-BDDA-C5BD1AAA507F}" type="sibTrans" cxnId="{66123ACC-70BF-44E5-A88E-1FE2BAA3F608}">
      <dgm:prSet/>
      <dgm:spPr/>
      <dgm:t>
        <a:bodyPr/>
        <a:lstStyle/>
        <a:p>
          <a:endParaRPr lang="en-US"/>
        </a:p>
      </dgm:t>
    </dgm:pt>
    <dgm:pt modelId="{9EE2E844-D4E9-43F7-9F33-98D816729870}" type="pres">
      <dgm:prSet presAssocID="{36407373-04B8-49EB-9195-4CF863B8F287}" presName="vert0" presStyleCnt="0">
        <dgm:presLayoutVars>
          <dgm:dir/>
          <dgm:animOne val="branch"/>
          <dgm:animLvl val="lvl"/>
        </dgm:presLayoutVars>
      </dgm:prSet>
      <dgm:spPr/>
    </dgm:pt>
    <dgm:pt modelId="{9560A778-467B-4DF3-885D-948CF3E32454}" type="pres">
      <dgm:prSet presAssocID="{46F174F4-4EB2-46FF-826E-D2F046F8BF3F}" presName="thickLine" presStyleLbl="alignNode1" presStyleIdx="0" presStyleCnt="3"/>
      <dgm:spPr/>
    </dgm:pt>
    <dgm:pt modelId="{E1A5CD1F-B4DB-4715-BFF7-3E65C5B7A50D}" type="pres">
      <dgm:prSet presAssocID="{46F174F4-4EB2-46FF-826E-D2F046F8BF3F}" presName="horz1" presStyleCnt="0"/>
      <dgm:spPr/>
    </dgm:pt>
    <dgm:pt modelId="{BFF8B1A7-C8AB-4E3A-B8A8-5DEAEB65CD66}" type="pres">
      <dgm:prSet presAssocID="{46F174F4-4EB2-46FF-826E-D2F046F8BF3F}" presName="tx1" presStyleLbl="revTx" presStyleIdx="0" presStyleCnt="3"/>
      <dgm:spPr/>
    </dgm:pt>
    <dgm:pt modelId="{A2796E87-4DB7-43E2-B429-8A18735C16B3}" type="pres">
      <dgm:prSet presAssocID="{46F174F4-4EB2-46FF-826E-D2F046F8BF3F}" presName="vert1" presStyleCnt="0"/>
      <dgm:spPr/>
    </dgm:pt>
    <dgm:pt modelId="{43754EDF-B0A1-4A23-A130-9D720887FA32}" type="pres">
      <dgm:prSet presAssocID="{56D67B8D-D747-4EC7-B5BB-EC5161590949}" presName="thickLine" presStyleLbl="alignNode1" presStyleIdx="1" presStyleCnt="3"/>
      <dgm:spPr/>
    </dgm:pt>
    <dgm:pt modelId="{7CAFF708-FF7B-4C69-B95A-69FB04E1DDC5}" type="pres">
      <dgm:prSet presAssocID="{56D67B8D-D747-4EC7-B5BB-EC5161590949}" presName="horz1" presStyleCnt="0"/>
      <dgm:spPr/>
    </dgm:pt>
    <dgm:pt modelId="{0EF461F6-7F40-48A0-AC94-55DF991FB71A}" type="pres">
      <dgm:prSet presAssocID="{56D67B8D-D747-4EC7-B5BB-EC5161590949}" presName="tx1" presStyleLbl="revTx" presStyleIdx="1" presStyleCnt="3"/>
      <dgm:spPr/>
    </dgm:pt>
    <dgm:pt modelId="{03965C90-E7C3-42D6-8CE3-013BEE5527B3}" type="pres">
      <dgm:prSet presAssocID="{56D67B8D-D747-4EC7-B5BB-EC5161590949}" presName="vert1" presStyleCnt="0"/>
      <dgm:spPr/>
    </dgm:pt>
    <dgm:pt modelId="{D7422060-4894-4BDF-9836-561314C4C129}" type="pres">
      <dgm:prSet presAssocID="{067A2942-832F-4B62-8CAB-2B804A38913E}" presName="thickLine" presStyleLbl="alignNode1" presStyleIdx="2" presStyleCnt="3"/>
      <dgm:spPr/>
    </dgm:pt>
    <dgm:pt modelId="{C15202ED-BE8A-4F9D-82AF-F846549CF9C0}" type="pres">
      <dgm:prSet presAssocID="{067A2942-832F-4B62-8CAB-2B804A38913E}" presName="horz1" presStyleCnt="0"/>
      <dgm:spPr/>
    </dgm:pt>
    <dgm:pt modelId="{4CEBEC38-0B18-4CD2-B8D6-C5F13635CD19}" type="pres">
      <dgm:prSet presAssocID="{067A2942-832F-4B62-8CAB-2B804A38913E}" presName="tx1" presStyleLbl="revTx" presStyleIdx="2" presStyleCnt="3"/>
      <dgm:spPr/>
    </dgm:pt>
    <dgm:pt modelId="{1A7D87BE-B21A-49C7-8157-F362358D47B8}" type="pres">
      <dgm:prSet presAssocID="{067A2942-832F-4B62-8CAB-2B804A38913E}" presName="vert1" presStyleCnt="0"/>
      <dgm:spPr/>
    </dgm:pt>
  </dgm:ptLst>
  <dgm:cxnLst>
    <dgm:cxn modelId="{5CB4DF2A-26B0-40B6-8285-7E875067F175}" srcId="{36407373-04B8-49EB-9195-4CF863B8F287}" destId="{56D67B8D-D747-4EC7-B5BB-EC5161590949}" srcOrd="1" destOrd="0" parTransId="{D5BE3D76-A295-4498-8CEE-A156B0E17D6F}" sibTransId="{765962FF-BD41-4CD3-989B-028FE8A9C1C7}"/>
    <dgm:cxn modelId="{73C22C55-497D-41B7-895B-3A60821E060C}" type="presOf" srcId="{36407373-04B8-49EB-9195-4CF863B8F287}" destId="{9EE2E844-D4E9-43F7-9F33-98D816729870}" srcOrd="0" destOrd="0" presId="urn:microsoft.com/office/officeart/2008/layout/LinedList"/>
    <dgm:cxn modelId="{7B771B91-D57A-44DE-B276-70C88B8CADA6}" type="presOf" srcId="{56D67B8D-D747-4EC7-B5BB-EC5161590949}" destId="{0EF461F6-7F40-48A0-AC94-55DF991FB71A}" srcOrd="0" destOrd="0" presId="urn:microsoft.com/office/officeart/2008/layout/LinedList"/>
    <dgm:cxn modelId="{CEE6A0A5-346F-44A0-9E22-AAF2FE93F08F}" srcId="{36407373-04B8-49EB-9195-4CF863B8F287}" destId="{46F174F4-4EB2-46FF-826E-D2F046F8BF3F}" srcOrd="0" destOrd="0" parTransId="{4FE9BDF6-E397-43A0-BFA3-9CE4FE6FFE21}" sibTransId="{A229BE6B-2C78-443B-A162-D3930D0C473C}"/>
    <dgm:cxn modelId="{BC5AD2BD-B5FE-48F5-9B79-9C5680A40F0E}" type="presOf" srcId="{46F174F4-4EB2-46FF-826E-D2F046F8BF3F}" destId="{BFF8B1A7-C8AB-4E3A-B8A8-5DEAEB65CD66}" srcOrd="0" destOrd="0" presId="urn:microsoft.com/office/officeart/2008/layout/LinedList"/>
    <dgm:cxn modelId="{66123ACC-70BF-44E5-A88E-1FE2BAA3F608}" srcId="{36407373-04B8-49EB-9195-4CF863B8F287}" destId="{067A2942-832F-4B62-8CAB-2B804A38913E}" srcOrd="2" destOrd="0" parTransId="{724983A7-3A38-4066-A63F-E14BAF5C259A}" sibTransId="{C5459E28-7CFB-4226-BDDA-C5BD1AAA507F}"/>
    <dgm:cxn modelId="{70DCBBF0-CEB3-48E2-9577-B16EB0BBB971}" type="presOf" srcId="{067A2942-832F-4B62-8CAB-2B804A38913E}" destId="{4CEBEC38-0B18-4CD2-B8D6-C5F13635CD19}" srcOrd="0" destOrd="0" presId="urn:microsoft.com/office/officeart/2008/layout/LinedList"/>
    <dgm:cxn modelId="{459F10F9-5223-49F3-ABA9-9FC2F66FC3A8}" type="presParOf" srcId="{9EE2E844-D4E9-43F7-9F33-98D816729870}" destId="{9560A778-467B-4DF3-885D-948CF3E32454}" srcOrd="0" destOrd="0" presId="urn:microsoft.com/office/officeart/2008/layout/LinedList"/>
    <dgm:cxn modelId="{BCEBEC6D-5696-4B7B-B8DD-102BFB5720EF}" type="presParOf" srcId="{9EE2E844-D4E9-43F7-9F33-98D816729870}" destId="{E1A5CD1F-B4DB-4715-BFF7-3E65C5B7A50D}" srcOrd="1" destOrd="0" presId="urn:microsoft.com/office/officeart/2008/layout/LinedList"/>
    <dgm:cxn modelId="{54B9F6BD-90DB-4088-83B6-648E80C9813D}" type="presParOf" srcId="{E1A5CD1F-B4DB-4715-BFF7-3E65C5B7A50D}" destId="{BFF8B1A7-C8AB-4E3A-B8A8-5DEAEB65CD66}" srcOrd="0" destOrd="0" presId="urn:microsoft.com/office/officeart/2008/layout/LinedList"/>
    <dgm:cxn modelId="{030DD758-7205-4E29-8679-6C111298AA8E}" type="presParOf" srcId="{E1A5CD1F-B4DB-4715-BFF7-3E65C5B7A50D}" destId="{A2796E87-4DB7-43E2-B429-8A18735C16B3}" srcOrd="1" destOrd="0" presId="urn:microsoft.com/office/officeart/2008/layout/LinedList"/>
    <dgm:cxn modelId="{A734BD75-1F75-49A8-8A20-BEA6A64D8686}" type="presParOf" srcId="{9EE2E844-D4E9-43F7-9F33-98D816729870}" destId="{43754EDF-B0A1-4A23-A130-9D720887FA32}" srcOrd="2" destOrd="0" presId="urn:microsoft.com/office/officeart/2008/layout/LinedList"/>
    <dgm:cxn modelId="{EC9542FE-F426-4A62-B0A3-4FA0F7FFC176}" type="presParOf" srcId="{9EE2E844-D4E9-43F7-9F33-98D816729870}" destId="{7CAFF708-FF7B-4C69-B95A-69FB04E1DDC5}" srcOrd="3" destOrd="0" presId="urn:microsoft.com/office/officeart/2008/layout/LinedList"/>
    <dgm:cxn modelId="{AD8B6E45-F22F-48C1-8A32-00E162CE6EC9}" type="presParOf" srcId="{7CAFF708-FF7B-4C69-B95A-69FB04E1DDC5}" destId="{0EF461F6-7F40-48A0-AC94-55DF991FB71A}" srcOrd="0" destOrd="0" presId="urn:microsoft.com/office/officeart/2008/layout/LinedList"/>
    <dgm:cxn modelId="{A63A56A7-C6BC-4C89-AFF8-D491A6480CDF}" type="presParOf" srcId="{7CAFF708-FF7B-4C69-B95A-69FB04E1DDC5}" destId="{03965C90-E7C3-42D6-8CE3-013BEE5527B3}" srcOrd="1" destOrd="0" presId="urn:microsoft.com/office/officeart/2008/layout/LinedList"/>
    <dgm:cxn modelId="{F0AB1B06-A6CF-48BF-8198-4B2EF5D98E4B}" type="presParOf" srcId="{9EE2E844-D4E9-43F7-9F33-98D816729870}" destId="{D7422060-4894-4BDF-9836-561314C4C129}" srcOrd="4" destOrd="0" presId="urn:microsoft.com/office/officeart/2008/layout/LinedList"/>
    <dgm:cxn modelId="{BF1CA5A9-5C19-48C2-97FF-C8BF3E887323}" type="presParOf" srcId="{9EE2E844-D4E9-43F7-9F33-98D816729870}" destId="{C15202ED-BE8A-4F9D-82AF-F846549CF9C0}" srcOrd="5" destOrd="0" presId="urn:microsoft.com/office/officeart/2008/layout/LinedList"/>
    <dgm:cxn modelId="{20D20B3D-A868-4CFD-A7D8-AE1D36F23670}" type="presParOf" srcId="{C15202ED-BE8A-4F9D-82AF-F846549CF9C0}" destId="{4CEBEC38-0B18-4CD2-B8D6-C5F13635CD19}" srcOrd="0" destOrd="0" presId="urn:microsoft.com/office/officeart/2008/layout/LinedList"/>
    <dgm:cxn modelId="{3A5ADA26-25A0-4E35-B4CD-BCE25B31FC0F}" type="presParOf" srcId="{C15202ED-BE8A-4F9D-82AF-F846549CF9C0}" destId="{1A7D87BE-B21A-49C7-8157-F362358D47B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3130EA-9E8E-4D84-84E5-D219980432DD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799C4AC-4779-4CE6-A50C-0264F1BE35EA}">
      <dgm:prSet/>
      <dgm:spPr/>
      <dgm:t>
        <a:bodyPr/>
        <a:lstStyle/>
        <a:p>
          <a:r>
            <a:rPr lang="en-US"/>
            <a:t>False game over, add wait states!</a:t>
          </a:r>
        </a:p>
      </dgm:t>
    </dgm:pt>
    <dgm:pt modelId="{3F38DF69-213E-49DF-8A83-69C4E5F16F34}" type="parTrans" cxnId="{463F96B1-58ED-4298-9647-81ECE869AD44}">
      <dgm:prSet/>
      <dgm:spPr/>
      <dgm:t>
        <a:bodyPr/>
        <a:lstStyle/>
        <a:p>
          <a:endParaRPr lang="en-US"/>
        </a:p>
      </dgm:t>
    </dgm:pt>
    <dgm:pt modelId="{56381633-26E2-486F-8C74-70E494EABE56}" type="sibTrans" cxnId="{463F96B1-58ED-4298-9647-81ECE869AD44}">
      <dgm:prSet/>
      <dgm:spPr/>
      <dgm:t>
        <a:bodyPr/>
        <a:lstStyle/>
        <a:p>
          <a:endParaRPr lang="en-US"/>
        </a:p>
      </dgm:t>
    </dgm:pt>
    <dgm:pt modelId="{8D39B434-7858-475D-8B7A-5B5631E2E399}">
      <dgm:prSet/>
      <dgm:spPr/>
      <dgm:t>
        <a:bodyPr/>
        <a:lstStyle/>
        <a:p>
          <a:r>
            <a:rPr lang="en-US"/>
            <a:t>Random Colors, rework board memory</a:t>
          </a:r>
        </a:p>
      </dgm:t>
    </dgm:pt>
    <dgm:pt modelId="{1BEB878E-1115-42D2-B9E4-A7BDE6A849F6}" type="parTrans" cxnId="{D3C08D09-2E84-4436-8289-4E1CDD20F21F}">
      <dgm:prSet/>
      <dgm:spPr/>
      <dgm:t>
        <a:bodyPr/>
        <a:lstStyle/>
        <a:p>
          <a:endParaRPr lang="en-US"/>
        </a:p>
      </dgm:t>
    </dgm:pt>
    <dgm:pt modelId="{9D0A1987-3126-4589-A172-52C2E763B8A4}" type="sibTrans" cxnId="{D3C08D09-2E84-4436-8289-4E1CDD20F21F}">
      <dgm:prSet/>
      <dgm:spPr/>
      <dgm:t>
        <a:bodyPr/>
        <a:lstStyle/>
        <a:p>
          <a:endParaRPr lang="en-US"/>
        </a:p>
      </dgm:t>
    </dgm:pt>
    <dgm:pt modelId="{EFBAF987-6DFB-4ADD-99DC-0D505C3C9204}">
      <dgm:prSet/>
      <dgm:spPr/>
      <dgm:t>
        <a:bodyPr/>
        <a:lstStyle/>
        <a:p>
          <a:r>
            <a:rPr lang="en-US"/>
            <a:t>Hard drop glitches, move logic to collision detector</a:t>
          </a:r>
        </a:p>
      </dgm:t>
    </dgm:pt>
    <dgm:pt modelId="{5C2B22B5-76D2-4AA6-82E9-3B6982E11074}" type="parTrans" cxnId="{716A159F-88AC-456B-A340-DBB44BFEB4ED}">
      <dgm:prSet/>
      <dgm:spPr/>
      <dgm:t>
        <a:bodyPr/>
        <a:lstStyle/>
        <a:p>
          <a:endParaRPr lang="en-US"/>
        </a:p>
      </dgm:t>
    </dgm:pt>
    <dgm:pt modelId="{E65A2E76-4003-40A3-AA04-C366234BBFFC}" type="sibTrans" cxnId="{716A159F-88AC-456B-A340-DBB44BFEB4ED}">
      <dgm:prSet/>
      <dgm:spPr/>
      <dgm:t>
        <a:bodyPr/>
        <a:lstStyle/>
        <a:p>
          <a:endParaRPr lang="en-US"/>
        </a:p>
      </dgm:t>
    </dgm:pt>
    <dgm:pt modelId="{2531386A-2F92-424B-8220-AB943E50D6A1}">
      <dgm:prSet/>
      <dgm:spPr/>
      <dgm:t>
        <a:bodyPr/>
        <a:lstStyle/>
        <a:p>
          <a:r>
            <a:rPr lang="en-US"/>
            <a:t>Controller issues</a:t>
          </a:r>
        </a:p>
      </dgm:t>
    </dgm:pt>
    <dgm:pt modelId="{B7D59426-D9CF-44AD-A243-0A57D3D3FB5F}" type="parTrans" cxnId="{95C47AC4-B254-4F0A-AF1F-01F74B1269F2}">
      <dgm:prSet/>
      <dgm:spPr/>
      <dgm:t>
        <a:bodyPr/>
        <a:lstStyle/>
        <a:p>
          <a:endParaRPr lang="en-US"/>
        </a:p>
      </dgm:t>
    </dgm:pt>
    <dgm:pt modelId="{1EBCBF54-81E9-45E2-A028-549B7D4A002E}" type="sibTrans" cxnId="{95C47AC4-B254-4F0A-AF1F-01F74B1269F2}">
      <dgm:prSet/>
      <dgm:spPr/>
      <dgm:t>
        <a:bodyPr/>
        <a:lstStyle/>
        <a:p>
          <a:endParaRPr lang="en-US"/>
        </a:p>
      </dgm:t>
    </dgm:pt>
    <dgm:pt modelId="{6B6E9A2B-FEBA-49E5-B032-496E61CB142E}" type="pres">
      <dgm:prSet presAssocID="{AC3130EA-9E8E-4D84-84E5-D219980432D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8A914F6-9F35-44E2-8237-C9A8B08122BC}" type="pres">
      <dgm:prSet presAssocID="{8799C4AC-4779-4CE6-A50C-0264F1BE35EA}" presName="hierRoot1" presStyleCnt="0"/>
      <dgm:spPr/>
    </dgm:pt>
    <dgm:pt modelId="{4F65D4EF-A7C1-4DF0-91F9-F0232D8188D6}" type="pres">
      <dgm:prSet presAssocID="{8799C4AC-4779-4CE6-A50C-0264F1BE35EA}" presName="composite" presStyleCnt="0"/>
      <dgm:spPr/>
    </dgm:pt>
    <dgm:pt modelId="{5B2BC754-94E7-471C-BDAD-6FD58DCB5C89}" type="pres">
      <dgm:prSet presAssocID="{8799C4AC-4779-4CE6-A50C-0264F1BE35EA}" presName="background" presStyleLbl="node0" presStyleIdx="0" presStyleCnt="4"/>
      <dgm:spPr/>
    </dgm:pt>
    <dgm:pt modelId="{6B9368B7-D589-4BF9-A817-94542D3AA4CF}" type="pres">
      <dgm:prSet presAssocID="{8799C4AC-4779-4CE6-A50C-0264F1BE35EA}" presName="text" presStyleLbl="fgAcc0" presStyleIdx="0" presStyleCnt="4">
        <dgm:presLayoutVars>
          <dgm:chPref val="3"/>
        </dgm:presLayoutVars>
      </dgm:prSet>
      <dgm:spPr/>
    </dgm:pt>
    <dgm:pt modelId="{B1471242-6B74-47BB-BA8E-81B83DCB9FB3}" type="pres">
      <dgm:prSet presAssocID="{8799C4AC-4779-4CE6-A50C-0264F1BE35EA}" presName="hierChild2" presStyleCnt="0"/>
      <dgm:spPr/>
    </dgm:pt>
    <dgm:pt modelId="{F1D805CE-BF65-47F0-86FC-2E37E5B4B6F6}" type="pres">
      <dgm:prSet presAssocID="{8D39B434-7858-475D-8B7A-5B5631E2E399}" presName="hierRoot1" presStyleCnt="0"/>
      <dgm:spPr/>
    </dgm:pt>
    <dgm:pt modelId="{F856EF62-D0D1-496A-89B5-99B66BA3604D}" type="pres">
      <dgm:prSet presAssocID="{8D39B434-7858-475D-8B7A-5B5631E2E399}" presName="composite" presStyleCnt="0"/>
      <dgm:spPr/>
    </dgm:pt>
    <dgm:pt modelId="{357C89CF-E1DB-45C5-A1D7-E55573978369}" type="pres">
      <dgm:prSet presAssocID="{8D39B434-7858-475D-8B7A-5B5631E2E399}" presName="background" presStyleLbl="node0" presStyleIdx="1" presStyleCnt="4"/>
      <dgm:spPr/>
    </dgm:pt>
    <dgm:pt modelId="{01547145-731C-4005-893F-832770456456}" type="pres">
      <dgm:prSet presAssocID="{8D39B434-7858-475D-8B7A-5B5631E2E399}" presName="text" presStyleLbl="fgAcc0" presStyleIdx="1" presStyleCnt="4">
        <dgm:presLayoutVars>
          <dgm:chPref val="3"/>
        </dgm:presLayoutVars>
      </dgm:prSet>
      <dgm:spPr/>
    </dgm:pt>
    <dgm:pt modelId="{38B3755F-33D5-4B2C-9C78-8CE4E6FBDAE1}" type="pres">
      <dgm:prSet presAssocID="{8D39B434-7858-475D-8B7A-5B5631E2E399}" presName="hierChild2" presStyleCnt="0"/>
      <dgm:spPr/>
    </dgm:pt>
    <dgm:pt modelId="{9FC5A0FD-FD0A-4B98-8A13-927C0E6C0C9B}" type="pres">
      <dgm:prSet presAssocID="{EFBAF987-6DFB-4ADD-99DC-0D505C3C9204}" presName="hierRoot1" presStyleCnt="0"/>
      <dgm:spPr/>
    </dgm:pt>
    <dgm:pt modelId="{97802CB2-A88F-4F3A-96BD-D64344B2306A}" type="pres">
      <dgm:prSet presAssocID="{EFBAF987-6DFB-4ADD-99DC-0D505C3C9204}" presName="composite" presStyleCnt="0"/>
      <dgm:spPr/>
    </dgm:pt>
    <dgm:pt modelId="{D4757A4D-7589-4889-9615-1F7D09F7FEB8}" type="pres">
      <dgm:prSet presAssocID="{EFBAF987-6DFB-4ADD-99DC-0D505C3C9204}" presName="background" presStyleLbl="node0" presStyleIdx="2" presStyleCnt="4"/>
      <dgm:spPr/>
    </dgm:pt>
    <dgm:pt modelId="{EDEA5BDB-A01F-4452-AA88-E8D486D0AD56}" type="pres">
      <dgm:prSet presAssocID="{EFBAF987-6DFB-4ADD-99DC-0D505C3C9204}" presName="text" presStyleLbl="fgAcc0" presStyleIdx="2" presStyleCnt="4">
        <dgm:presLayoutVars>
          <dgm:chPref val="3"/>
        </dgm:presLayoutVars>
      </dgm:prSet>
      <dgm:spPr/>
    </dgm:pt>
    <dgm:pt modelId="{AB4552A5-D9EF-4B4E-A4A0-BBE8C55F6AC7}" type="pres">
      <dgm:prSet presAssocID="{EFBAF987-6DFB-4ADD-99DC-0D505C3C9204}" presName="hierChild2" presStyleCnt="0"/>
      <dgm:spPr/>
    </dgm:pt>
    <dgm:pt modelId="{17EA3F65-BF81-46FA-A26B-26E52CE238A7}" type="pres">
      <dgm:prSet presAssocID="{2531386A-2F92-424B-8220-AB943E50D6A1}" presName="hierRoot1" presStyleCnt="0"/>
      <dgm:spPr/>
    </dgm:pt>
    <dgm:pt modelId="{23C97410-D8A2-4322-8CE1-4D76CE0AE588}" type="pres">
      <dgm:prSet presAssocID="{2531386A-2F92-424B-8220-AB943E50D6A1}" presName="composite" presStyleCnt="0"/>
      <dgm:spPr/>
    </dgm:pt>
    <dgm:pt modelId="{0004C552-5F3B-4FA5-BF4E-AC7103493BC4}" type="pres">
      <dgm:prSet presAssocID="{2531386A-2F92-424B-8220-AB943E50D6A1}" presName="background" presStyleLbl="node0" presStyleIdx="3" presStyleCnt="4"/>
      <dgm:spPr/>
    </dgm:pt>
    <dgm:pt modelId="{19D60FA4-7DAD-41D9-B75E-F7631762AF54}" type="pres">
      <dgm:prSet presAssocID="{2531386A-2F92-424B-8220-AB943E50D6A1}" presName="text" presStyleLbl="fgAcc0" presStyleIdx="3" presStyleCnt="4">
        <dgm:presLayoutVars>
          <dgm:chPref val="3"/>
        </dgm:presLayoutVars>
      </dgm:prSet>
      <dgm:spPr/>
    </dgm:pt>
    <dgm:pt modelId="{5D9148BE-E648-4C48-BD25-9307687570C0}" type="pres">
      <dgm:prSet presAssocID="{2531386A-2F92-424B-8220-AB943E50D6A1}" presName="hierChild2" presStyleCnt="0"/>
      <dgm:spPr/>
    </dgm:pt>
  </dgm:ptLst>
  <dgm:cxnLst>
    <dgm:cxn modelId="{D3C08D09-2E84-4436-8289-4E1CDD20F21F}" srcId="{AC3130EA-9E8E-4D84-84E5-D219980432DD}" destId="{8D39B434-7858-475D-8B7A-5B5631E2E399}" srcOrd="1" destOrd="0" parTransId="{1BEB878E-1115-42D2-B9E4-A7BDE6A849F6}" sibTransId="{9D0A1987-3126-4589-A172-52C2E763B8A4}"/>
    <dgm:cxn modelId="{1427C744-FDCC-4461-AD79-EA6AD159E4FD}" type="presOf" srcId="{8799C4AC-4779-4CE6-A50C-0264F1BE35EA}" destId="{6B9368B7-D589-4BF9-A817-94542D3AA4CF}" srcOrd="0" destOrd="0" presId="urn:microsoft.com/office/officeart/2005/8/layout/hierarchy1"/>
    <dgm:cxn modelId="{912AC569-6414-417C-8DB0-6A0146957D6A}" type="presOf" srcId="{AC3130EA-9E8E-4D84-84E5-D219980432DD}" destId="{6B6E9A2B-FEBA-49E5-B032-496E61CB142E}" srcOrd="0" destOrd="0" presId="urn:microsoft.com/office/officeart/2005/8/layout/hierarchy1"/>
    <dgm:cxn modelId="{6FA1037A-B801-4D7E-973B-B3A54AD23B18}" type="presOf" srcId="{EFBAF987-6DFB-4ADD-99DC-0D505C3C9204}" destId="{EDEA5BDB-A01F-4452-AA88-E8D486D0AD56}" srcOrd="0" destOrd="0" presId="urn:microsoft.com/office/officeart/2005/8/layout/hierarchy1"/>
    <dgm:cxn modelId="{1E34AD8B-E2DE-457B-88DC-11AF8849F769}" type="presOf" srcId="{2531386A-2F92-424B-8220-AB943E50D6A1}" destId="{19D60FA4-7DAD-41D9-B75E-F7631762AF54}" srcOrd="0" destOrd="0" presId="urn:microsoft.com/office/officeart/2005/8/layout/hierarchy1"/>
    <dgm:cxn modelId="{716A159F-88AC-456B-A340-DBB44BFEB4ED}" srcId="{AC3130EA-9E8E-4D84-84E5-D219980432DD}" destId="{EFBAF987-6DFB-4ADD-99DC-0D505C3C9204}" srcOrd="2" destOrd="0" parTransId="{5C2B22B5-76D2-4AA6-82E9-3B6982E11074}" sibTransId="{E65A2E76-4003-40A3-AA04-C366234BBFFC}"/>
    <dgm:cxn modelId="{463F96B1-58ED-4298-9647-81ECE869AD44}" srcId="{AC3130EA-9E8E-4D84-84E5-D219980432DD}" destId="{8799C4AC-4779-4CE6-A50C-0264F1BE35EA}" srcOrd="0" destOrd="0" parTransId="{3F38DF69-213E-49DF-8A83-69C4E5F16F34}" sibTransId="{56381633-26E2-486F-8C74-70E494EABE56}"/>
    <dgm:cxn modelId="{95C47AC4-B254-4F0A-AF1F-01F74B1269F2}" srcId="{AC3130EA-9E8E-4D84-84E5-D219980432DD}" destId="{2531386A-2F92-424B-8220-AB943E50D6A1}" srcOrd="3" destOrd="0" parTransId="{B7D59426-D9CF-44AD-A243-0A57D3D3FB5F}" sibTransId="{1EBCBF54-81E9-45E2-A028-549B7D4A002E}"/>
    <dgm:cxn modelId="{90B37AF7-2098-481C-965E-C52C42917832}" type="presOf" srcId="{8D39B434-7858-475D-8B7A-5B5631E2E399}" destId="{01547145-731C-4005-893F-832770456456}" srcOrd="0" destOrd="0" presId="urn:microsoft.com/office/officeart/2005/8/layout/hierarchy1"/>
    <dgm:cxn modelId="{5E4D59A5-DB03-4B07-89F7-BECFBD5BE006}" type="presParOf" srcId="{6B6E9A2B-FEBA-49E5-B032-496E61CB142E}" destId="{48A914F6-9F35-44E2-8237-C9A8B08122BC}" srcOrd="0" destOrd="0" presId="urn:microsoft.com/office/officeart/2005/8/layout/hierarchy1"/>
    <dgm:cxn modelId="{B37E8F73-33C2-45A0-A886-7DCC39B96EE1}" type="presParOf" srcId="{48A914F6-9F35-44E2-8237-C9A8B08122BC}" destId="{4F65D4EF-A7C1-4DF0-91F9-F0232D8188D6}" srcOrd="0" destOrd="0" presId="urn:microsoft.com/office/officeart/2005/8/layout/hierarchy1"/>
    <dgm:cxn modelId="{A0000935-3AD9-4BDC-A574-DE36BB275EB3}" type="presParOf" srcId="{4F65D4EF-A7C1-4DF0-91F9-F0232D8188D6}" destId="{5B2BC754-94E7-471C-BDAD-6FD58DCB5C89}" srcOrd="0" destOrd="0" presId="urn:microsoft.com/office/officeart/2005/8/layout/hierarchy1"/>
    <dgm:cxn modelId="{1244B739-9AE6-42F4-B2F4-E75A039F0C57}" type="presParOf" srcId="{4F65D4EF-A7C1-4DF0-91F9-F0232D8188D6}" destId="{6B9368B7-D589-4BF9-A817-94542D3AA4CF}" srcOrd="1" destOrd="0" presId="urn:microsoft.com/office/officeart/2005/8/layout/hierarchy1"/>
    <dgm:cxn modelId="{3DB49709-BACE-4D3B-8F4B-2CEEEF06CAFC}" type="presParOf" srcId="{48A914F6-9F35-44E2-8237-C9A8B08122BC}" destId="{B1471242-6B74-47BB-BA8E-81B83DCB9FB3}" srcOrd="1" destOrd="0" presId="urn:microsoft.com/office/officeart/2005/8/layout/hierarchy1"/>
    <dgm:cxn modelId="{85655A95-0F40-4560-AA4D-751FAA56B933}" type="presParOf" srcId="{6B6E9A2B-FEBA-49E5-B032-496E61CB142E}" destId="{F1D805CE-BF65-47F0-86FC-2E37E5B4B6F6}" srcOrd="1" destOrd="0" presId="urn:microsoft.com/office/officeart/2005/8/layout/hierarchy1"/>
    <dgm:cxn modelId="{9E667950-2799-44EC-A446-06A399275AC8}" type="presParOf" srcId="{F1D805CE-BF65-47F0-86FC-2E37E5B4B6F6}" destId="{F856EF62-D0D1-496A-89B5-99B66BA3604D}" srcOrd="0" destOrd="0" presId="urn:microsoft.com/office/officeart/2005/8/layout/hierarchy1"/>
    <dgm:cxn modelId="{225C9CDB-5303-42D7-BAD6-95E04A5E9672}" type="presParOf" srcId="{F856EF62-D0D1-496A-89B5-99B66BA3604D}" destId="{357C89CF-E1DB-45C5-A1D7-E55573978369}" srcOrd="0" destOrd="0" presId="urn:microsoft.com/office/officeart/2005/8/layout/hierarchy1"/>
    <dgm:cxn modelId="{9957AC21-6CF8-4421-B020-E94358994B62}" type="presParOf" srcId="{F856EF62-D0D1-496A-89B5-99B66BA3604D}" destId="{01547145-731C-4005-893F-832770456456}" srcOrd="1" destOrd="0" presId="urn:microsoft.com/office/officeart/2005/8/layout/hierarchy1"/>
    <dgm:cxn modelId="{2E954382-FCEE-4694-A049-1CD44D7CC398}" type="presParOf" srcId="{F1D805CE-BF65-47F0-86FC-2E37E5B4B6F6}" destId="{38B3755F-33D5-4B2C-9C78-8CE4E6FBDAE1}" srcOrd="1" destOrd="0" presId="urn:microsoft.com/office/officeart/2005/8/layout/hierarchy1"/>
    <dgm:cxn modelId="{E8A67801-9645-487F-98E6-E1947921FA49}" type="presParOf" srcId="{6B6E9A2B-FEBA-49E5-B032-496E61CB142E}" destId="{9FC5A0FD-FD0A-4B98-8A13-927C0E6C0C9B}" srcOrd="2" destOrd="0" presId="urn:microsoft.com/office/officeart/2005/8/layout/hierarchy1"/>
    <dgm:cxn modelId="{58712A0E-C927-4376-92DC-618F04459A19}" type="presParOf" srcId="{9FC5A0FD-FD0A-4B98-8A13-927C0E6C0C9B}" destId="{97802CB2-A88F-4F3A-96BD-D64344B2306A}" srcOrd="0" destOrd="0" presId="urn:microsoft.com/office/officeart/2005/8/layout/hierarchy1"/>
    <dgm:cxn modelId="{AB48695D-3A90-4D6D-A4C4-012436B3DCFB}" type="presParOf" srcId="{97802CB2-A88F-4F3A-96BD-D64344B2306A}" destId="{D4757A4D-7589-4889-9615-1F7D09F7FEB8}" srcOrd="0" destOrd="0" presId="urn:microsoft.com/office/officeart/2005/8/layout/hierarchy1"/>
    <dgm:cxn modelId="{44312562-6F97-461D-A5B8-7E2E3239DE06}" type="presParOf" srcId="{97802CB2-A88F-4F3A-96BD-D64344B2306A}" destId="{EDEA5BDB-A01F-4452-AA88-E8D486D0AD56}" srcOrd="1" destOrd="0" presId="urn:microsoft.com/office/officeart/2005/8/layout/hierarchy1"/>
    <dgm:cxn modelId="{83DE0ED3-3A1C-4FFC-974F-7E3579A22379}" type="presParOf" srcId="{9FC5A0FD-FD0A-4B98-8A13-927C0E6C0C9B}" destId="{AB4552A5-D9EF-4B4E-A4A0-BBE8C55F6AC7}" srcOrd="1" destOrd="0" presId="urn:microsoft.com/office/officeart/2005/8/layout/hierarchy1"/>
    <dgm:cxn modelId="{7897BCF0-9187-4954-9BBF-6C51EB56CF67}" type="presParOf" srcId="{6B6E9A2B-FEBA-49E5-B032-496E61CB142E}" destId="{17EA3F65-BF81-46FA-A26B-26E52CE238A7}" srcOrd="3" destOrd="0" presId="urn:microsoft.com/office/officeart/2005/8/layout/hierarchy1"/>
    <dgm:cxn modelId="{594BB398-90F8-4DB3-A1A6-8FA7B4116E32}" type="presParOf" srcId="{17EA3F65-BF81-46FA-A26B-26E52CE238A7}" destId="{23C97410-D8A2-4322-8CE1-4D76CE0AE588}" srcOrd="0" destOrd="0" presId="urn:microsoft.com/office/officeart/2005/8/layout/hierarchy1"/>
    <dgm:cxn modelId="{11FD439B-FBC8-44C0-8475-E1B5AA279C08}" type="presParOf" srcId="{23C97410-D8A2-4322-8CE1-4D76CE0AE588}" destId="{0004C552-5F3B-4FA5-BF4E-AC7103493BC4}" srcOrd="0" destOrd="0" presId="urn:microsoft.com/office/officeart/2005/8/layout/hierarchy1"/>
    <dgm:cxn modelId="{3A2BF038-3709-4E08-A472-277227D89AC8}" type="presParOf" srcId="{23C97410-D8A2-4322-8CE1-4D76CE0AE588}" destId="{19D60FA4-7DAD-41D9-B75E-F7631762AF54}" srcOrd="1" destOrd="0" presId="urn:microsoft.com/office/officeart/2005/8/layout/hierarchy1"/>
    <dgm:cxn modelId="{F07F05F8-0DAF-4B58-88E8-9061EBD1F080}" type="presParOf" srcId="{17EA3F65-BF81-46FA-A26B-26E52CE238A7}" destId="{5D9148BE-E648-4C48-BD25-9307687570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C808F1-2BD8-45D0-A7B4-39FE86D98189}">
      <dsp:nvSpPr>
        <dsp:cNvPr id="0" name=""/>
        <dsp:cNvSpPr/>
      </dsp:nvSpPr>
      <dsp:spPr>
        <a:xfrm>
          <a:off x="718664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84DAC8-8576-4C1A-8DD0-8FF11EEB0002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BDB33-AEAD-43A9-B108-AF2DA5E8E7AD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Modern games run on software processors</a:t>
          </a:r>
        </a:p>
      </dsp:txBody>
      <dsp:txXfrm>
        <a:off x="93445" y="3018902"/>
        <a:ext cx="3206250" cy="720000"/>
      </dsp:txXfrm>
    </dsp:sp>
    <dsp:sp modelId="{9D8756F9-BCE1-49AA-868E-B5C831B13CD1}">
      <dsp:nvSpPr>
        <dsp:cNvPr id="0" name=""/>
        <dsp:cNvSpPr/>
      </dsp:nvSpPr>
      <dsp:spPr>
        <a:xfrm>
          <a:off x="4486008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27812E-D6F1-41BF-9725-289A40F6F111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C890F4-1E67-4642-BF86-EB1514D74ADA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Hardware-only systems are faster</a:t>
          </a:r>
        </a:p>
      </dsp:txBody>
      <dsp:txXfrm>
        <a:off x="3860789" y="3018902"/>
        <a:ext cx="3206250" cy="720000"/>
      </dsp:txXfrm>
    </dsp:sp>
    <dsp:sp modelId="{3E9AC1A8-0956-41C1-85A5-43C908D63E85}">
      <dsp:nvSpPr>
        <dsp:cNvPr id="0" name=""/>
        <dsp:cNvSpPr/>
      </dsp:nvSpPr>
      <dsp:spPr>
        <a:xfrm>
          <a:off x="8253352" y="453902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30167-0D8B-4569-AABA-65892656CA18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869F4-1B5E-40CB-8238-184BB1C9749A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Need for real-time embedded systems</a:t>
          </a: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2343E2-8387-40DF-8A4A-52CB9B5EAA86}">
      <dsp:nvSpPr>
        <dsp:cNvPr id="0" name=""/>
        <dsp:cNvSpPr/>
      </dsp:nvSpPr>
      <dsp:spPr>
        <a:xfrm>
          <a:off x="541944" y="0"/>
          <a:ext cx="5567364" cy="556736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BABBAB-6E52-40B6-B4C2-5010EB1A33DB}">
      <dsp:nvSpPr>
        <dsp:cNvPr id="0" name=""/>
        <dsp:cNvSpPr/>
      </dsp:nvSpPr>
      <dsp:spPr>
        <a:xfrm>
          <a:off x="1070844" y="528899"/>
          <a:ext cx="2171271" cy="21712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Implement Tetris in pure VHDL</a:t>
          </a:r>
        </a:p>
      </dsp:txBody>
      <dsp:txXfrm>
        <a:off x="1176837" y="634892"/>
        <a:ext cx="1959285" cy="1959285"/>
      </dsp:txXfrm>
    </dsp:sp>
    <dsp:sp modelId="{F8101DE7-6D06-48A0-85E0-8AA9EADE55CB}">
      <dsp:nvSpPr>
        <dsp:cNvPr id="0" name=""/>
        <dsp:cNvSpPr/>
      </dsp:nvSpPr>
      <dsp:spPr>
        <a:xfrm>
          <a:off x="3409136" y="528899"/>
          <a:ext cx="2171271" cy="217127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Real-time video output</a:t>
          </a:r>
        </a:p>
      </dsp:txBody>
      <dsp:txXfrm>
        <a:off x="3515129" y="634892"/>
        <a:ext cx="1959285" cy="1959285"/>
      </dsp:txXfrm>
    </dsp:sp>
    <dsp:sp modelId="{8D155CBE-C090-4146-B8E4-E22D48E0E3F8}">
      <dsp:nvSpPr>
        <dsp:cNvPr id="0" name=""/>
        <dsp:cNvSpPr/>
      </dsp:nvSpPr>
      <dsp:spPr>
        <a:xfrm>
          <a:off x="1070844" y="2867192"/>
          <a:ext cx="2171271" cy="217127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Hardware FSM game control</a:t>
          </a:r>
        </a:p>
      </dsp:txBody>
      <dsp:txXfrm>
        <a:off x="1176837" y="2973185"/>
        <a:ext cx="1959285" cy="1959285"/>
      </dsp:txXfrm>
    </dsp:sp>
    <dsp:sp modelId="{F6C2B92F-3245-4C65-9EDD-83C07F2587CD}">
      <dsp:nvSpPr>
        <dsp:cNvPr id="0" name=""/>
        <dsp:cNvSpPr/>
      </dsp:nvSpPr>
      <dsp:spPr>
        <a:xfrm>
          <a:off x="3409136" y="2867192"/>
          <a:ext cx="2171271" cy="217127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External controller</a:t>
          </a:r>
        </a:p>
      </dsp:txBody>
      <dsp:txXfrm>
        <a:off x="3515129" y="2973185"/>
        <a:ext cx="1959285" cy="19592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0A778-467B-4DF3-885D-948CF3E32454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F8B1A7-C8AB-4E3A-B8A8-5DEAEB65CD66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Inputs to FSM decisions</a:t>
          </a:r>
        </a:p>
      </dsp:txBody>
      <dsp:txXfrm>
        <a:off x="0" y="2703"/>
        <a:ext cx="6900512" cy="1843578"/>
      </dsp:txXfrm>
    </dsp:sp>
    <dsp:sp modelId="{43754EDF-B0A1-4A23-A130-9D720887FA32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461F6-7F40-48A0-AC94-55DF991FB71A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FSM to movement commands</a:t>
          </a:r>
        </a:p>
      </dsp:txBody>
      <dsp:txXfrm>
        <a:off x="0" y="1846281"/>
        <a:ext cx="6900512" cy="1843578"/>
      </dsp:txXfrm>
    </dsp:sp>
    <dsp:sp modelId="{D7422060-4894-4BDF-9836-561314C4C129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BEC38-0B18-4CD2-B8D6-C5F13635CD19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310" tIns="194310" rIns="194310" bIns="194310" numCol="1" spcCol="1270" anchor="t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Board updates, rendered by frame</a:t>
          </a:r>
        </a:p>
      </dsp:txBody>
      <dsp:txXfrm>
        <a:off x="0" y="3689859"/>
        <a:ext cx="6900512" cy="18435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BC754-94E7-471C-BDAD-6FD58DCB5C89}">
      <dsp:nvSpPr>
        <dsp:cNvPr id="0" name=""/>
        <dsp:cNvSpPr/>
      </dsp:nvSpPr>
      <dsp:spPr>
        <a:xfrm>
          <a:off x="3040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9368B7-D589-4BF9-A817-94542D3AA4CF}">
      <dsp:nvSpPr>
        <dsp:cNvPr id="0" name=""/>
        <dsp:cNvSpPr/>
      </dsp:nvSpPr>
      <dsp:spPr>
        <a:xfrm>
          <a:off x="244258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False game over, add wait states!</a:t>
          </a:r>
        </a:p>
      </dsp:txBody>
      <dsp:txXfrm>
        <a:off x="284635" y="1070626"/>
        <a:ext cx="2090204" cy="1297804"/>
      </dsp:txXfrm>
    </dsp:sp>
    <dsp:sp modelId="{357C89CF-E1DB-45C5-A1D7-E55573978369}">
      <dsp:nvSpPr>
        <dsp:cNvPr id="0" name=""/>
        <dsp:cNvSpPr/>
      </dsp:nvSpPr>
      <dsp:spPr>
        <a:xfrm>
          <a:off x="2656434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47145-731C-4005-893F-832770456456}">
      <dsp:nvSpPr>
        <dsp:cNvPr id="0" name=""/>
        <dsp:cNvSpPr/>
      </dsp:nvSpPr>
      <dsp:spPr>
        <a:xfrm>
          <a:off x="2897652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Random Colors, rework board memory</a:t>
          </a:r>
        </a:p>
      </dsp:txBody>
      <dsp:txXfrm>
        <a:off x="2938029" y="1070626"/>
        <a:ext cx="2090204" cy="1297804"/>
      </dsp:txXfrm>
    </dsp:sp>
    <dsp:sp modelId="{D4757A4D-7589-4889-9615-1F7D09F7FEB8}">
      <dsp:nvSpPr>
        <dsp:cNvPr id="0" name=""/>
        <dsp:cNvSpPr/>
      </dsp:nvSpPr>
      <dsp:spPr>
        <a:xfrm>
          <a:off x="5309828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A5BDB-A01F-4452-AA88-E8D486D0AD56}">
      <dsp:nvSpPr>
        <dsp:cNvPr id="0" name=""/>
        <dsp:cNvSpPr/>
      </dsp:nvSpPr>
      <dsp:spPr>
        <a:xfrm>
          <a:off x="5551046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Hard drop glitches, move logic to collision detector</a:t>
          </a:r>
        </a:p>
      </dsp:txBody>
      <dsp:txXfrm>
        <a:off x="5591423" y="1070626"/>
        <a:ext cx="2090204" cy="1297804"/>
      </dsp:txXfrm>
    </dsp:sp>
    <dsp:sp modelId="{0004C552-5F3B-4FA5-BF4E-AC7103493BC4}">
      <dsp:nvSpPr>
        <dsp:cNvPr id="0" name=""/>
        <dsp:cNvSpPr/>
      </dsp:nvSpPr>
      <dsp:spPr>
        <a:xfrm>
          <a:off x="7963222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D60FA4-7DAD-41D9-B75E-F7631762AF54}">
      <dsp:nvSpPr>
        <dsp:cNvPr id="0" name=""/>
        <dsp:cNvSpPr/>
      </dsp:nvSpPr>
      <dsp:spPr>
        <a:xfrm>
          <a:off x="8204440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Controller issues</a:t>
          </a:r>
        </a:p>
      </dsp:txBody>
      <dsp:txXfrm>
        <a:off x="8244817" y="1070626"/>
        <a:ext cx="2090204" cy="1297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DE3CFD-FFEB-4EF4-A5EE-3CC699E4B72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7CC562-83F7-48C5-A9A5-E4FEB4BF7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60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goal was to build a real-time interactive system entirely in hardware. Unlike software-based games, this design uses pure digital logic, making it faster, deterministic, and closer to mission-critical embedded systems used in Air Force applications.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1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Air Force need is for deterministic, low-latency systems. This project demonstrates that by implementing a complete interactive system in hardware, including control logic, memory, and video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654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designed the system to be modular, with the FSM controlling the game flow, piece logic handling movement of the </a:t>
            </a:r>
            <a:r>
              <a:rPr lang="en-US" dirty="0" err="1"/>
              <a:t>tetrominos</a:t>
            </a:r>
            <a:r>
              <a:rPr lang="en-US" dirty="0"/>
              <a:t>,, collision detection validating your moves, board memory storing the current game state, and video handling the VGA/HDMI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88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one direction: inputs affect FSM decisions, which update the board, and the video module continuously renders that board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606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FSM is the core controller. It handles spawning, movement, locking, and clearing. A key improvement was adding WAIT states to prevent timing issues between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26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Piece logic is responsible for maintaining the current piece state. It updates position based on FSM commands and outputs the piece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81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Collision detection is separated from the FSM. This improves modularity and ensures clean, reusable logic for validating moves and computing final drop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14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Board memory stores the game state. A key design fix was using a temporary board to prevent partial writes and random corruption during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77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clear is purely a detector. The FSM controls when rows are removed to avoid race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70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challenges were timing issues between modules. These were solved by adding buffer states and separating responsibilities between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7CC562-83F7-48C5-A9A5-E4FEB4BF71D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7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96C8-CA65-4A5A-1764-9F3CD7837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2D5E0A-FC0F-A423-7136-D98127BB23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8163-1AAA-9838-763C-B43BE1F6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9E2C5-4DA7-8C81-A7F8-D9E46D645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6404D-8AC4-1703-B5BE-D536DEDF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70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3292-4D02-7971-A08A-6066A6242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7CF23-6CC4-7AC7-1887-A17483304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6466B-A7ED-045C-E77F-81D69503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37DB9-8C85-EEC6-4A34-1FDA052B0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E54A5-8800-A1F0-FC49-0835E55E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77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A2CD6-E1FD-D289-DE40-9A6F02F9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3533E-4F1B-A614-10C8-EA360416B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2D83F-2062-1C9C-0121-D045C051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B8610-E86D-29FA-DAD3-C331AF7B6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73CB4-F3BC-9588-6A50-222C1994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4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6A63-BB71-AB59-C7F1-C2D5DAC0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31E1E-AF2C-8887-F6F7-A1C95700EA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04F7E-D1EE-235B-08EB-9260498B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8421C-03AF-6DA5-BFB9-558D9F5D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5A985-74EE-30BA-83F8-5EC500E0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69CE2-2C30-6E40-F6F5-FA0005CD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23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1FCBE-5541-1576-B7E0-1A44EE55B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AF604-3E0B-84D6-8E5F-7C10B7F44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FE9C5-3D0D-4046-8556-80970B93E7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EE1CF7-E9BB-0101-BC2C-84EE4225E4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B410C-7D0E-D268-33E0-3FFDB59C51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E815D-63A5-44BE-805A-60F9D29F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59AF0D-EB0F-AEF0-4B0C-66F7C46E5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5C25E-616A-CB85-8ED3-DFE49E224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31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CD08B-929F-2A30-AEDE-D95B1DEE3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E90770-85A7-72AF-D3CE-C02CACCE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AD908-BE94-521B-EEDE-EDBF7BE0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77A29-926B-F05F-8F56-16C63BD7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29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9D2AC3-FF78-BF84-7E40-9BBF45D5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60A99C-C276-1E56-4688-992B509FB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74899-F0EF-C0D8-5B8C-DB0105DB2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5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6DE3-7FF1-583E-E193-4CAA2C759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238D-E8DF-30CC-5D19-F72E27DA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2AB9C-B135-F190-3D93-F8442B6C1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AD050-AA71-4A83-2639-99B6D5675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E6BB4-9B1B-093C-E261-800E4B8B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418EA-4EF4-2A3B-FF4D-A61E2258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37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170D3-A09E-AD4A-B972-C26C7C29B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A7F4A-125C-2F1E-6F14-DEC12D4CD9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F777E-13CD-A64F-312F-AA08DE06F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E0DD1-72E6-E3AB-49B2-68D65711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2F3FB-1449-70A6-099F-C0D029095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BE876-1F16-2C2E-CA4F-AA01BA93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4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761E6-2219-B943-8910-7D641FAE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1D19E-8DBF-F6D4-2551-2227F7BE5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C3541-0BFF-29DD-6B6E-85A38160D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AA50F-52F3-AE85-5DB2-52CA06D1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1BEF1-A0E1-53AD-34DC-519AB35E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101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6E3E5B-89D2-6BF3-F027-BFE38CAAB3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638E7B-D8F1-EA4A-B6CF-D1D445295F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B6614-5E34-8B15-389F-F62201607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3D64F-27C1-A4C2-5519-A8EF6DA60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0FFDC-C782-5263-7050-DDE56622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85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787D6-9EF1-7CEF-649B-2376F447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25902-D8A9-867B-6E7A-C9C8DED0E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1D328-2B71-D8F1-C2BF-15090D616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BCD137-A6BF-4F49-B207-A04483CBB165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F486F-0A08-F84B-45D0-63F466E0F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956E8-C17F-42EA-A01A-5623E2DF8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4EAE1-0C0E-490B-87CC-C5028E277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810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446199-895F-3F2F-B9E8-BB7512706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>
                <a:solidFill>
                  <a:srgbClr val="FFFFFF"/>
                </a:solidFill>
              </a:rPr>
              <a:t>Tetris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87B26D-2FEF-AF4F-388B-D2AD0915D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Brandon Sweitzer</a:t>
            </a:r>
          </a:p>
        </p:txBody>
      </p:sp>
      <p:sp>
        <p:nvSpPr>
          <p:cNvPr id="12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251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66394-7359-F3F8-7262-1446AB7C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Motivation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0C9662DB-9168-1756-D9D8-E2098214A7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134119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155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1905000"/>
            <a:ext cx="45368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1D31C4-3EB5-2910-6489-4B13BB55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7"/>
            <a:ext cx="3733800" cy="4024310"/>
          </a:xfrm>
        </p:spPr>
        <p:txBody>
          <a:bodyPr>
            <a:normAutofit/>
          </a:bodyPr>
          <a:lstStyle/>
          <a:p>
            <a:r>
              <a:rPr lang="en-US"/>
              <a:t>Technical Objectives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4ECAFF-C090-2189-F023-6A74AC849B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0372722"/>
              </p:ext>
            </p:extLst>
          </p:nvPr>
        </p:nvGraphicFramePr>
        <p:xfrm>
          <a:off x="4702547" y="609600"/>
          <a:ext cx="6651253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348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F6891F0E-6CBD-81A7-C1E4-4C61EB7EF77D}"/>
              </a:ext>
            </a:extLst>
          </p:cNvPr>
          <p:cNvGrpSpPr/>
          <p:nvPr/>
        </p:nvGrpSpPr>
        <p:grpSpPr>
          <a:xfrm>
            <a:off x="535021" y="603115"/>
            <a:ext cx="1788500" cy="960237"/>
            <a:chOff x="535021" y="603115"/>
            <a:chExt cx="1788500" cy="9602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6699172-F38D-5479-73FA-C549D280B666}"/>
                </a:ext>
              </a:extLst>
            </p:cNvPr>
            <p:cNvSpPr/>
            <p:nvPr/>
          </p:nvSpPr>
          <p:spPr>
            <a:xfrm>
              <a:off x="535021" y="603115"/>
              <a:ext cx="1577243" cy="96023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4B3A38-4B79-CC33-0DBB-F9C336BC603B}"/>
                </a:ext>
              </a:extLst>
            </p:cNvPr>
            <p:cNvSpPr txBox="1"/>
            <p:nvPr/>
          </p:nvSpPr>
          <p:spPr>
            <a:xfrm>
              <a:off x="535021" y="603115"/>
              <a:ext cx="1172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/>
                <a:t>Clk_div</a:t>
              </a:r>
              <a:endParaRPr lang="en-US" b="1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FA97BB-2FE9-ED7B-BA56-02C65F81EC86}"/>
                </a:ext>
              </a:extLst>
            </p:cNvPr>
            <p:cNvSpPr txBox="1"/>
            <p:nvPr/>
          </p:nvSpPr>
          <p:spPr>
            <a:xfrm>
              <a:off x="535021" y="996987"/>
              <a:ext cx="7868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Clk</a:t>
              </a:r>
              <a:endParaRPr lang="en-US" sz="1200" dirty="0"/>
            </a:p>
            <a:p>
              <a:r>
                <a:rPr lang="en-US" sz="1200" dirty="0"/>
                <a:t>reset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52C984D-905F-E060-F0D0-C385CCF8F3D8}"/>
                </a:ext>
              </a:extLst>
            </p:cNvPr>
            <p:cNvSpPr txBox="1"/>
            <p:nvPr/>
          </p:nvSpPr>
          <p:spPr>
            <a:xfrm>
              <a:off x="1206341" y="981457"/>
              <a:ext cx="11171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Game_tick</a:t>
              </a:r>
              <a:endParaRPr lang="en-US" sz="1200" dirty="0"/>
            </a:p>
            <a:p>
              <a:r>
                <a:rPr lang="en-US" sz="1200" dirty="0" err="1"/>
                <a:t>Input_tick</a:t>
              </a:r>
              <a:endParaRPr lang="en-US" sz="1200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22710D9-F124-09D8-213D-A88A330E91BB}"/>
              </a:ext>
            </a:extLst>
          </p:cNvPr>
          <p:cNvGrpSpPr/>
          <p:nvPr/>
        </p:nvGrpSpPr>
        <p:grpSpPr>
          <a:xfrm>
            <a:off x="2318056" y="2627430"/>
            <a:ext cx="2050900" cy="1305029"/>
            <a:chOff x="337807" y="1988110"/>
            <a:chExt cx="2050900" cy="130502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0D41FD5-7EFF-D44D-4C63-C61A9BFABCCA}"/>
                </a:ext>
              </a:extLst>
            </p:cNvPr>
            <p:cNvSpPr/>
            <p:nvPr/>
          </p:nvSpPr>
          <p:spPr>
            <a:xfrm>
              <a:off x="337807" y="1988110"/>
              <a:ext cx="1774457" cy="130502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CA2DAF-FD67-694A-A05F-20DB04931C27}"/>
                </a:ext>
              </a:extLst>
            </p:cNvPr>
            <p:cNvSpPr txBox="1"/>
            <p:nvPr/>
          </p:nvSpPr>
          <p:spPr>
            <a:xfrm>
              <a:off x="337807" y="1988110"/>
              <a:ext cx="1172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NES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A957EF2-CFD1-2351-DDE5-82EFF8DB4C22}"/>
                </a:ext>
              </a:extLst>
            </p:cNvPr>
            <p:cNvSpPr txBox="1"/>
            <p:nvPr/>
          </p:nvSpPr>
          <p:spPr>
            <a:xfrm>
              <a:off x="337807" y="2366452"/>
              <a:ext cx="111718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Clk</a:t>
              </a:r>
              <a:endParaRPr lang="en-US" sz="1200" dirty="0"/>
            </a:p>
            <a:p>
              <a:r>
                <a:rPr lang="en-US" sz="1200" dirty="0"/>
                <a:t>Reset</a:t>
              </a:r>
            </a:p>
            <a:p>
              <a:r>
                <a:rPr lang="en-US" sz="1200" dirty="0" err="1"/>
                <a:t>Input_tick</a:t>
              </a:r>
              <a:endParaRPr lang="en-US" sz="1200" dirty="0"/>
            </a:p>
            <a:p>
              <a:r>
                <a:rPr lang="en-US" sz="1200" dirty="0" err="1"/>
                <a:t>Nes_data</a:t>
              </a:r>
              <a:endParaRPr lang="en-US" sz="12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B04C2EA-D33E-6648-CDC9-4184350B2568}"/>
                </a:ext>
              </a:extLst>
            </p:cNvPr>
            <p:cNvSpPr txBox="1"/>
            <p:nvPr/>
          </p:nvSpPr>
          <p:spPr>
            <a:xfrm>
              <a:off x="1271527" y="2092810"/>
              <a:ext cx="111718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Nes_latch</a:t>
              </a:r>
              <a:endParaRPr lang="en-US" sz="1200" dirty="0"/>
            </a:p>
            <a:p>
              <a:r>
                <a:rPr lang="en-US" sz="1200" dirty="0" err="1"/>
                <a:t>Nes_clk</a:t>
              </a:r>
              <a:endParaRPr lang="en-US" sz="1200" dirty="0"/>
            </a:p>
            <a:p>
              <a:r>
                <a:rPr lang="en-US" sz="1200" dirty="0" err="1"/>
                <a:t>Btn_left</a:t>
              </a:r>
              <a:endParaRPr lang="en-US" sz="1200" dirty="0"/>
            </a:p>
            <a:p>
              <a:r>
                <a:rPr lang="en-US" sz="1200" dirty="0" err="1"/>
                <a:t>Btn_right</a:t>
              </a:r>
              <a:endParaRPr lang="en-US" sz="1200" dirty="0"/>
            </a:p>
            <a:p>
              <a:r>
                <a:rPr lang="en-US" sz="1200" dirty="0" err="1"/>
                <a:t>Btn_drop</a:t>
              </a:r>
              <a:endParaRPr lang="en-US" sz="1200" dirty="0"/>
            </a:p>
            <a:p>
              <a:r>
                <a:rPr lang="en-US" sz="1200" dirty="0" err="1"/>
                <a:t>Btn_start</a:t>
              </a:r>
              <a:endParaRPr lang="en-US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B2CD30-96BC-E37B-F250-5B6146789052}"/>
              </a:ext>
            </a:extLst>
          </p:cNvPr>
          <p:cNvGrpSpPr/>
          <p:nvPr/>
        </p:nvGrpSpPr>
        <p:grpSpPr>
          <a:xfrm>
            <a:off x="2312590" y="94234"/>
            <a:ext cx="2655282" cy="2426245"/>
            <a:chOff x="2641082" y="94236"/>
            <a:chExt cx="2655282" cy="242624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989F2F07-21CF-05BE-CE84-17C681A3F25A}"/>
                </a:ext>
              </a:extLst>
            </p:cNvPr>
            <p:cNvGrpSpPr/>
            <p:nvPr/>
          </p:nvGrpSpPr>
          <p:grpSpPr>
            <a:xfrm>
              <a:off x="2641082" y="94236"/>
              <a:ext cx="2337721" cy="2426245"/>
              <a:chOff x="2641082" y="94236"/>
              <a:chExt cx="2337721" cy="242624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370EB24-24AB-2A0C-42DD-204AE2B7DCDD}"/>
                  </a:ext>
                </a:extLst>
              </p:cNvPr>
              <p:cNvSpPr/>
              <p:nvPr/>
            </p:nvSpPr>
            <p:spPr>
              <a:xfrm>
                <a:off x="2641082" y="94236"/>
                <a:ext cx="2337721" cy="242624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B86FCA-9396-157A-3DDA-A954995DC3D2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172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FSM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3B83C9-4F2A-57E2-E456-37A4FA74EA42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 err="1"/>
                  <a:t>Game_tick</a:t>
                </a:r>
                <a:endParaRPr lang="en-US" sz="1200" dirty="0"/>
              </a:p>
              <a:p>
                <a:r>
                  <a:rPr lang="en-US" sz="1200" dirty="0" err="1"/>
                  <a:t>Btn_left</a:t>
                </a:r>
                <a:endParaRPr lang="en-US" sz="1200" dirty="0"/>
              </a:p>
              <a:p>
                <a:r>
                  <a:rPr lang="en-US" sz="1200" dirty="0" err="1"/>
                  <a:t>Btn_right</a:t>
                </a:r>
                <a:endParaRPr lang="en-US" sz="1200" dirty="0"/>
              </a:p>
              <a:p>
                <a:r>
                  <a:rPr lang="en-US" sz="1200" dirty="0" err="1"/>
                  <a:t>Btn_rotate</a:t>
                </a:r>
                <a:endParaRPr lang="en-US" sz="1200" dirty="0"/>
              </a:p>
              <a:p>
                <a:r>
                  <a:rPr lang="en-US" sz="1200" dirty="0" err="1"/>
                  <a:t>Btn_drop</a:t>
                </a:r>
                <a:endParaRPr lang="en-US" sz="1200" dirty="0"/>
              </a:p>
              <a:p>
                <a:r>
                  <a:rPr lang="en-US" sz="1200" dirty="0" err="1"/>
                  <a:t>Btn_start</a:t>
                </a:r>
                <a:endParaRPr lang="en-US" sz="1200" dirty="0"/>
              </a:p>
              <a:p>
                <a:r>
                  <a:rPr lang="en-US" sz="1200" dirty="0" err="1"/>
                  <a:t>Move_valid</a:t>
                </a:r>
                <a:endParaRPr lang="en-US" sz="1200" dirty="0"/>
              </a:p>
              <a:p>
                <a:r>
                  <a:rPr lang="en-US" sz="1200" dirty="0" err="1"/>
                  <a:t>Down_valid</a:t>
                </a:r>
                <a:endParaRPr lang="en-US" sz="1200" dirty="0"/>
              </a:p>
              <a:p>
                <a:r>
                  <a:rPr lang="en-US" sz="1200" dirty="0" err="1"/>
                  <a:t>Spawn_valid</a:t>
                </a:r>
                <a:endParaRPr lang="en-US" sz="1200" dirty="0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8207F20-780E-40D6-041E-64E55CEAF361}"/>
                </a:ext>
              </a:extLst>
            </p:cNvPr>
            <p:cNvSpPr txBox="1"/>
            <p:nvPr/>
          </p:nvSpPr>
          <p:spPr>
            <a:xfrm>
              <a:off x="3928719" y="489156"/>
              <a:ext cx="136764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Move_left</a:t>
              </a:r>
              <a:endParaRPr lang="en-US" sz="1200" dirty="0"/>
            </a:p>
            <a:p>
              <a:r>
                <a:rPr lang="en-US" sz="1200" dirty="0" err="1"/>
                <a:t>Move_right</a:t>
              </a:r>
              <a:endParaRPr lang="en-US" sz="1200" dirty="0"/>
            </a:p>
            <a:p>
              <a:r>
                <a:rPr lang="en-US" sz="1200" dirty="0"/>
                <a:t>Rotate</a:t>
              </a:r>
            </a:p>
            <a:p>
              <a:r>
                <a:rPr lang="en-US" sz="1200" dirty="0" err="1"/>
                <a:t>Soft_drop</a:t>
              </a:r>
              <a:endParaRPr lang="en-US" sz="1200" dirty="0"/>
            </a:p>
            <a:p>
              <a:r>
                <a:rPr lang="en-US" sz="1200" dirty="0" err="1"/>
                <a:t>Hard_drop</a:t>
              </a:r>
              <a:endParaRPr lang="en-US" sz="1200" dirty="0"/>
            </a:p>
            <a:p>
              <a:r>
                <a:rPr lang="en-US" sz="1200" dirty="0" err="1"/>
                <a:t>Spawn_piece</a:t>
              </a:r>
              <a:endParaRPr lang="en-US" sz="1200" dirty="0"/>
            </a:p>
            <a:p>
              <a:r>
                <a:rPr lang="en-US" sz="1200" dirty="0" err="1"/>
                <a:t>Lock_piece</a:t>
              </a:r>
              <a:endParaRPr lang="en-US" sz="1200" dirty="0"/>
            </a:p>
            <a:p>
              <a:r>
                <a:rPr lang="en-US" sz="1200" dirty="0" err="1"/>
                <a:t>Clear_en</a:t>
              </a:r>
              <a:endParaRPr lang="en-US" sz="1200" dirty="0"/>
            </a:p>
            <a:p>
              <a:r>
                <a:rPr lang="en-US" sz="1200" dirty="0" err="1"/>
                <a:t>Wr_en</a:t>
              </a:r>
              <a:endParaRPr lang="en-US" sz="1200" dirty="0"/>
            </a:p>
            <a:p>
              <a:r>
                <a:rPr lang="en-US" sz="1200" dirty="0" err="1"/>
                <a:t>State_out</a:t>
              </a:r>
              <a:endParaRPr lang="en-US" sz="12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21E3E49-5BDA-99AF-B939-CD101DA20E38}"/>
              </a:ext>
            </a:extLst>
          </p:cNvPr>
          <p:cNvGrpSpPr/>
          <p:nvPr/>
        </p:nvGrpSpPr>
        <p:grpSpPr>
          <a:xfrm>
            <a:off x="5296364" y="371234"/>
            <a:ext cx="2655282" cy="1872247"/>
            <a:chOff x="2641082" y="94236"/>
            <a:chExt cx="2655282" cy="1872247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DEC1A1B2-7A76-380B-BACF-053CA2717542}"/>
                </a:ext>
              </a:extLst>
            </p:cNvPr>
            <p:cNvGrpSpPr/>
            <p:nvPr/>
          </p:nvGrpSpPr>
          <p:grpSpPr>
            <a:xfrm>
              <a:off x="2641082" y="94236"/>
              <a:ext cx="2337721" cy="1872247"/>
              <a:chOff x="2641082" y="94236"/>
              <a:chExt cx="2337721" cy="1872247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1620EA3-5BDF-6E48-B603-7881D9F2D306}"/>
                  </a:ext>
                </a:extLst>
              </p:cNvPr>
              <p:cNvSpPr/>
              <p:nvPr/>
            </p:nvSpPr>
            <p:spPr>
              <a:xfrm>
                <a:off x="2641082" y="94236"/>
                <a:ext cx="2337721" cy="187224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8F06947-0F22-C000-F04E-1EBFCA1BA271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506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Piece Logic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ABDFE62-13DE-2333-EFF3-E14F4D75A6E9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 err="1"/>
                  <a:t>Move_left</a:t>
                </a:r>
                <a:endParaRPr lang="en-US" sz="1200" dirty="0"/>
              </a:p>
              <a:p>
                <a:r>
                  <a:rPr lang="en-US" sz="1200" dirty="0" err="1"/>
                  <a:t>Move_right</a:t>
                </a:r>
                <a:endParaRPr lang="en-US" sz="1200" dirty="0"/>
              </a:p>
              <a:p>
                <a:r>
                  <a:rPr lang="en-US" sz="1200" dirty="0"/>
                  <a:t>Rotate</a:t>
                </a:r>
              </a:p>
              <a:p>
                <a:r>
                  <a:rPr lang="en-US" sz="1200" dirty="0" err="1"/>
                  <a:t>Soft_drop</a:t>
                </a:r>
                <a:endParaRPr lang="en-US" sz="1200" dirty="0"/>
              </a:p>
              <a:p>
                <a:r>
                  <a:rPr lang="en-US" sz="1200" dirty="0" err="1"/>
                  <a:t>Hard_drop</a:t>
                </a:r>
                <a:endParaRPr lang="en-US" sz="1200" dirty="0"/>
              </a:p>
              <a:p>
                <a:r>
                  <a:rPr lang="en-US" sz="1200" dirty="0" err="1"/>
                  <a:t>Spawn_piece</a:t>
                </a:r>
                <a:endParaRPr lang="en-US" sz="1200" dirty="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B8E342A-BB06-8E41-222E-64240948318C}"/>
                </a:ext>
              </a:extLst>
            </p:cNvPr>
            <p:cNvSpPr txBox="1"/>
            <p:nvPr/>
          </p:nvSpPr>
          <p:spPr>
            <a:xfrm>
              <a:off x="3928719" y="489156"/>
              <a:ext cx="13676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Piece_x</a:t>
              </a:r>
              <a:endParaRPr lang="en-US" sz="1200" dirty="0"/>
            </a:p>
            <a:p>
              <a:r>
                <a:rPr lang="en-US" sz="1200" dirty="0" err="1"/>
                <a:t>Piece_y</a:t>
              </a:r>
              <a:endParaRPr lang="en-US" sz="1200" dirty="0"/>
            </a:p>
            <a:p>
              <a:r>
                <a:rPr lang="en-US" sz="1200" dirty="0"/>
                <a:t>Rotation</a:t>
              </a:r>
            </a:p>
            <a:p>
              <a:r>
                <a:rPr lang="en-US" sz="1200" dirty="0" err="1"/>
                <a:t>Piece_type</a:t>
              </a:r>
              <a:endParaRPr lang="en-US" sz="1200" dirty="0"/>
            </a:p>
            <a:p>
              <a:r>
                <a:rPr lang="en-US" sz="1200" dirty="0" err="1"/>
                <a:t>Piece_cells</a:t>
              </a:r>
              <a:endParaRPr lang="en-US" sz="12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6C17954-429D-F74F-59FC-0C3235B0CEFA}"/>
              </a:ext>
            </a:extLst>
          </p:cNvPr>
          <p:cNvGrpSpPr/>
          <p:nvPr/>
        </p:nvGrpSpPr>
        <p:grpSpPr>
          <a:xfrm>
            <a:off x="8547861" y="610561"/>
            <a:ext cx="2655282" cy="1402837"/>
            <a:chOff x="2641082" y="94236"/>
            <a:chExt cx="2655282" cy="1402837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C6387B6-4B6B-CDA9-8EB9-C00B7F69F172}"/>
                </a:ext>
              </a:extLst>
            </p:cNvPr>
            <p:cNvGrpSpPr/>
            <p:nvPr/>
          </p:nvGrpSpPr>
          <p:grpSpPr>
            <a:xfrm>
              <a:off x="2641082" y="94236"/>
              <a:ext cx="2337721" cy="1402837"/>
              <a:chOff x="2641082" y="94236"/>
              <a:chExt cx="2337721" cy="1402837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E4880F39-91E4-0467-628F-FA81D5C6EEE5}"/>
                  </a:ext>
                </a:extLst>
              </p:cNvPr>
              <p:cNvSpPr/>
              <p:nvPr/>
            </p:nvSpPr>
            <p:spPr>
              <a:xfrm>
                <a:off x="2641082" y="94237"/>
                <a:ext cx="2337721" cy="140283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0A16783-5D7D-C89D-50BD-6A0B16F76FB5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23377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Collision Detector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C8ECFE8-A73E-759F-DE97-09BCEECAADE2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Piece_x</a:t>
                </a:r>
                <a:endParaRPr lang="en-US" sz="1200" dirty="0"/>
              </a:p>
              <a:p>
                <a:r>
                  <a:rPr lang="en-US" sz="1200" dirty="0" err="1"/>
                  <a:t>Piece_y</a:t>
                </a:r>
                <a:endParaRPr lang="en-US" sz="1200" dirty="0"/>
              </a:p>
              <a:p>
                <a:r>
                  <a:rPr lang="en-US" sz="1200" dirty="0"/>
                  <a:t>Rotation</a:t>
                </a:r>
                <a:br>
                  <a:rPr lang="en-US" sz="1200" dirty="0"/>
                </a:br>
                <a:r>
                  <a:rPr lang="en-US" sz="1200" dirty="0" err="1"/>
                  <a:t>Piece_cells</a:t>
                </a:r>
                <a:endParaRPr lang="en-US" sz="1200" dirty="0"/>
              </a:p>
              <a:p>
                <a:r>
                  <a:rPr lang="en-US" sz="1200" dirty="0" err="1"/>
                  <a:t>Board_data</a:t>
                </a:r>
                <a:endParaRPr lang="en-US" sz="1200" dirty="0"/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D2D8FF2-389D-83D0-4C57-A10AFBEE8FB5}"/>
                </a:ext>
              </a:extLst>
            </p:cNvPr>
            <p:cNvSpPr txBox="1"/>
            <p:nvPr/>
          </p:nvSpPr>
          <p:spPr>
            <a:xfrm>
              <a:off x="3928719" y="489156"/>
              <a:ext cx="13676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Move_valid</a:t>
              </a:r>
              <a:endParaRPr lang="en-US" sz="1200" dirty="0"/>
            </a:p>
            <a:p>
              <a:r>
                <a:rPr lang="en-US" sz="1200" dirty="0" err="1"/>
                <a:t>Down_valid</a:t>
              </a:r>
              <a:endParaRPr lang="en-US" sz="1200" dirty="0"/>
            </a:p>
            <a:p>
              <a:r>
                <a:rPr lang="en-US" sz="1200" dirty="0" err="1"/>
                <a:t>Rotate_valid</a:t>
              </a:r>
              <a:endParaRPr lang="en-US" sz="1200" dirty="0"/>
            </a:p>
            <a:p>
              <a:r>
                <a:rPr lang="en-US" sz="1200" dirty="0" err="1"/>
                <a:t>Spawn_valid</a:t>
              </a:r>
              <a:endParaRPr lang="en-US" sz="12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CFA5779-E455-68B0-E4BC-63949D9BBCAB}"/>
              </a:ext>
            </a:extLst>
          </p:cNvPr>
          <p:cNvGrpSpPr/>
          <p:nvPr/>
        </p:nvGrpSpPr>
        <p:grpSpPr>
          <a:xfrm>
            <a:off x="5296364" y="2396170"/>
            <a:ext cx="2283426" cy="1872247"/>
            <a:chOff x="2641082" y="94236"/>
            <a:chExt cx="2283426" cy="1872247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6D814D6-9E94-E047-DCD0-77F5B213CBB9}"/>
                </a:ext>
              </a:extLst>
            </p:cNvPr>
            <p:cNvGrpSpPr/>
            <p:nvPr/>
          </p:nvGrpSpPr>
          <p:grpSpPr>
            <a:xfrm>
              <a:off x="2641082" y="94236"/>
              <a:ext cx="1857292" cy="1872247"/>
              <a:chOff x="2641082" y="94236"/>
              <a:chExt cx="1857292" cy="1872247"/>
            </a:xfrm>
          </p:grpSpPr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63354B1B-6CD1-A05C-715B-756DCAC38FE1}"/>
                  </a:ext>
                </a:extLst>
              </p:cNvPr>
              <p:cNvSpPr/>
              <p:nvPr/>
            </p:nvSpPr>
            <p:spPr>
              <a:xfrm>
                <a:off x="2641083" y="94236"/>
                <a:ext cx="1857291" cy="187224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99615A5-8C15-2889-6084-1B8ECCD9A93E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8572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Board Memory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B14F3E5-57AE-59E6-184B-8859E4F4DA04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 err="1"/>
                  <a:t>Wr_en</a:t>
                </a:r>
                <a:endParaRPr lang="en-US" sz="1200" dirty="0"/>
              </a:p>
              <a:p>
                <a:r>
                  <a:rPr lang="en-US" sz="1200" dirty="0" err="1"/>
                  <a:t>Piece_cells</a:t>
                </a:r>
                <a:endParaRPr lang="en-US" sz="1200" dirty="0"/>
              </a:p>
              <a:p>
                <a:r>
                  <a:rPr lang="en-US" sz="1200" dirty="0" err="1"/>
                  <a:t>Piece_x</a:t>
                </a:r>
                <a:endParaRPr lang="en-US" sz="1200" dirty="0"/>
              </a:p>
              <a:p>
                <a:r>
                  <a:rPr lang="en-US" sz="1200" dirty="0" err="1"/>
                  <a:t>Piece_y</a:t>
                </a:r>
                <a:endParaRPr lang="en-US" sz="1200" dirty="0"/>
              </a:p>
              <a:p>
                <a:r>
                  <a:rPr lang="en-US" sz="1200" dirty="0" err="1"/>
                  <a:t>Clear_en</a:t>
                </a:r>
                <a:endParaRPr lang="en-US" sz="1200" dirty="0"/>
              </a:p>
              <a:p>
                <a:r>
                  <a:rPr lang="en-US" sz="1200" dirty="0" err="1"/>
                  <a:t>Shift_en</a:t>
                </a:r>
                <a:endParaRPr lang="en-US" sz="1200" dirty="0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93795DA-93A5-2001-3575-3DFFB203927B}"/>
                </a:ext>
              </a:extLst>
            </p:cNvPr>
            <p:cNvSpPr txBox="1"/>
            <p:nvPr/>
          </p:nvSpPr>
          <p:spPr>
            <a:xfrm>
              <a:off x="3556863" y="396823"/>
              <a:ext cx="1367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Board_data</a:t>
              </a:r>
              <a:endParaRPr lang="en-US" sz="1200" dirty="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7967497-A544-9987-3C4E-EEBA5EA3890E}"/>
              </a:ext>
            </a:extLst>
          </p:cNvPr>
          <p:cNvGrpSpPr/>
          <p:nvPr/>
        </p:nvGrpSpPr>
        <p:grpSpPr>
          <a:xfrm>
            <a:off x="5296364" y="4407794"/>
            <a:ext cx="2281973" cy="1133585"/>
            <a:chOff x="2641082" y="94236"/>
            <a:chExt cx="2281973" cy="113358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BC3924A-098F-6514-D131-D6DA1BBB7892}"/>
                </a:ext>
              </a:extLst>
            </p:cNvPr>
            <p:cNvGrpSpPr/>
            <p:nvPr/>
          </p:nvGrpSpPr>
          <p:grpSpPr>
            <a:xfrm>
              <a:off x="2641082" y="94236"/>
              <a:ext cx="1970423" cy="1133585"/>
              <a:chOff x="2641082" y="94236"/>
              <a:chExt cx="1970423" cy="1133585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A7E6605-C686-7392-C094-EEB64123C872}"/>
                  </a:ext>
                </a:extLst>
              </p:cNvPr>
              <p:cNvSpPr/>
              <p:nvPr/>
            </p:nvSpPr>
            <p:spPr>
              <a:xfrm>
                <a:off x="2641083" y="94237"/>
                <a:ext cx="1970422" cy="113358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0964BD8-32FB-C72A-BB83-D189670A578D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506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Line Clear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91ED7CA-9365-7DEC-426C-5E0E2DB215BF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 err="1"/>
                  <a:t>Board_data</a:t>
                </a:r>
                <a:endParaRPr lang="en-US" sz="1200" dirty="0"/>
              </a:p>
              <a:p>
                <a:r>
                  <a:rPr lang="en-US" sz="1200" dirty="0" err="1"/>
                  <a:t>Clear_en</a:t>
                </a:r>
                <a:endParaRPr lang="en-US" sz="1200" dirty="0"/>
              </a:p>
            </p:txBody>
          </p: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ECDA5D5-B02E-134F-12F8-51ACC0DF6143}"/>
                </a:ext>
              </a:extLst>
            </p:cNvPr>
            <p:cNvSpPr txBox="1"/>
            <p:nvPr/>
          </p:nvSpPr>
          <p:spPr>
            <a:xfrm>
              <a:off x="3555410" y="462732"/>
              <a:ext cx="13676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Rows_cleared</a:t>
              </a:r>
              <a:endParaRPr lang="en-US" sz="1200" dirty="0"/>
            </a:p>
            <a:p>
              <a:r>
                <a:rPr lang="en-US" sz="1200" dirty="0" err="1"/>
                <a:t>Shift_en</a:t>
              </a:r>
              <a:endParaRPr lang="en-US" sz="1200" dirty="0"/>
            </a:p>
            <a:p>
              <a:r>
                <a:rPr lang="en-US" sz="1200" dirty="0"/>
                <a:t>score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8F97AE3-5915-3C04-7E60-E026738C3D82}"/>
              </a:ext>
            </a:extLst>
          </p:cNvPr>
          <p:cNvGrpSpPr/>
          <p:nvPr/>
        </p:nvGrpSpPr>
        <p:grpSpPr>
          <a:xfrm>
            <a:off x="8545958" y="2462268"/>
            <a:ext cx="1989235" cy="1133585"/>
            <a:chOff x="2641082" y="94236"/>
            <a:chExt cx="1989235" cy="1133585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6DD75C13-9CD6-039A-FF0A-B0C295576B56}"/>
                </a:ext>
              </a:extLst>
            </p:cNvPr>
            <p:cNvGrpSpPr/>
            <p:nvPr/>
          </p:nvGrpSpPr>
          <p:grpSpPr>
            <a:xfrm>
              <a:off x="2641082" y="94236"/>
              <a:ext cx="1506151" cy="1133585"/>
              <a:chOff x="2641082" y="94236"/>
              <a:chExt cx="1506151" cy="1133585"/>
            </a:xfrm>
          </p:grpSpPr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B613AB6-A599-0C18-1296-A4EA065770C3}"/>
                  </a:ext>
                </a:extLst>
              </p:cNvPr>
              <p:cNvSpPr/>
              <p:nvPr/>
            </p:nvSpPr>
            <p:spPr>
              <a:xfrm>
                <a:off x="2641083" y="94237"/>
                <a:ext cx="1252716" cy="113358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E0872E0-C12E-45DB-EC6F-93B28B828232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506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Video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CDE60C4-42C0-B73A-684B-D6E6A1725564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/>
                  <a:t>Clk</a:t>
                </a:r>
                <a:endParaRPr lang="en-US" sz="1200" dirty="0"/>
              </a:p>
              <a:p>
                <a:r>
                  <a:rPr lang="en-US" sz="1200" dirty="0"/>
                  <a:t>Reset</a:t>
                </a:r>
              </a:p>
              <a:p>
                <a:r>
                  <a:rPr lang="en-US" sz="1200" dirty="0"/>
                  <a:t>Row</a:t>
                </a:r>
              </a:p>
              <a:p>
                <a:r>
                  <a:rPr lang="en-US" sz="1200" dirty="0"/>
                  <a:t>col</a:t>
                </a:r>
              </a:p>
            </p:txBody>
          </p: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28A1BAE-9E83-E791-3602-91388E5BFEF2}"/>
                </a:ext>
              </a:extLst>
            </p:cNvPr>
            <p:cNvSpPr txBox="1"/>
            <p:nvPr/>
          </p:nvSpPr>
          <p:spPr>
            <a:xfrm>
              <a:off x="3262672" y="464563"/>
              <a:ext cx="13676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>Tmds</a:t>
              </a:r>
              <a:endParaRPr lang="en-US" sz="1200" dirty="0"/>
            </a:p>
            <a:p>
              <a:r>
                <a:rPr lang="en-US" sz="1200" dirty="0" err="1"/>
                <a:t>tmdsb</a:t>
              </a:r>
              <a:endParaRPr lang="en-US" sz="1200" dirty="0"/>
            </a:p>
          </p:txBody>
        </p:sp>
      </p:grp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0E20116-86E8-133C-3932-F5C69C4D15F6}"/>
              </a:ext>
            </a:extLst>
          </p:cNvPr>
          <p:cNvCxnSpPr/>
          <p:nvPr/>
        </p:nvCxnSpPr>
        <p:spPr>
          <a:xfrm rot="5400000" flipH="1" flipV="1">
            <a:off x="2092506" y="992205"/>
            <a:ext cx="239842" cy="200326"/>
          </a:xfrm>
          <a:prstGeom prst="bentConnector3">
            <a:avLst>
              <a:gd name="adj1" fmla="val 10162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D7C5788-2149-6598-5986-2E21DA35963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80772" y="2377009"/>
            <a:ext cx="2277977" cy="207519"/>
          </a:xfrm>
          <a:prstGeom prst="bentConnector3">
            <a:avLst>
              <a:gd name="adj1" fmla="val 997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A97B9DB1-EBE5-3E8E-2551-4C62C2728744}"/>
              </a:ext>
            </a:extLst>
          </p:cNvPr>
          <p:cNvCxnSpPr>
            <a:cxnSpLocks/>
            <a:endCxn id="11" idx="1"/>
          </p:cNvCxnSpPr>
          <p:nvPr/>
        </p:nvCxnSpPr>
        <p:spPr>
          <a:xfrm rot="16200000" flipV="1">
            <a:off x="2236937" y="1538211"/>
            <a:ext cx="1940042" cy="1780920"/>
          </a:xfrm>
          <a:prstGeom prst="curvedConnector4">
            <a:avLst>
              <a:gd name="adj1" fmla="val -59358"/>
              <a:gd name="adj2" fmla="val 17594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C89D2B65-2F20-08B2-6263-CE2261C5F70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18289" y="2431849"/>
            <a:ext cx="1068877" cy="487271"/>
          </a:xfrm>
          <a:prstGeom prst="bentConnector3">
            <a:avLst>
              <a:gd name="adj1" fmla="val 10079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EAAA880-BA50-A781-77BB-AEA0724ADDB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20189" y="3446447"/>
            <a:ext cx="3640802" cy="311546"/>
          </a:xfrm>
          <a:prstGeom prst="bentConnector3">
            <a:avLst>
              <a:gd name="adj1" fmla="val 9996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A4FB5F9-EC50-27C8-9EF1-7EFA27F3F18E}"/>
              </a:ext>
            </a:extLst>
          </p:cNvPr>
          <p:cNvCxnSpPr/>
          <p:nvPr/>
        </p:nvCxnSpPr>
        <p:spPr>
          <a:xfrm flipH="1">
            <a:off x="4650311" y="2141046"/>
            <a:ext cx="15878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F6A27E1-93FE-09DF-29FD-D41B3F58311A}"/>
              </a:ext>
            </a:extLst>
          </p:cNvPr>
          <p:cNvCxnSpPr/>
          <p:nvPr/>
        </p:nvCxnSpPr>
        <p:spPr>
          <a:xfrm flipH="1">
            <a:off x="4650311" y="1781817"/>
            <a:ext cx="33450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D9213B6-66B8-1152-9E50-7D7B8639BDE5}"/>
              </a:ext>
            </a:extLst>
          </p:cNvPr>
          <p:cNvCxnSpPr>
            <a:cxnSpLocks/>
          </p:cNvCxnSpPr>
          <p:nvPr/>
        </p:nvCxnSpPr>
        <p:spPr>
          <a:xfrm>
            <a:off x="4650311" y="723324"/>
            <a:ext cx="646052" cy="4889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BB3F4AB-0BDB-A56C-307A-B68EB087AC4B}"/>
              </a:ext>
            </a:extLst>
          </p:cNvPr>
          <p:cNvCxnSpPr/>
          <p:nvPr/>
        </p:nvCxnSpPr>
        <p:spPr>
          <a:xfrm flipV="1">
            <a:off x="7153655" y="1781817"/>
            <a:ext cx="1394206" cy="105543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23640F42-EEF2-6C86-4D66-60D2FC893D71}"/>
              </a:ext>
            </a:extLst>
          </p:cNvPr>
          <p:cNvCxnSpPr/>
          <p:nvPr/>
        </p:nvCxnSpPr>
        <p:spPr>
          <a:xfrm>
            <a:off x="7634085" y="996987"/>
            <a:ext cx="9137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BC8B3282-6B73-41D8-E2E0-6B92235E8D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88744" y="3755487"/>
            <a:ext cx="5043750" cy="450074"/>
          </a:xfrm>
          <a:prstGeom prst="bentConnector3">
            <a:avLst>
              <a:gd name="adj1" fmla="val -7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290C550-5B0E-2264-1AB7-DE068133FDDE}"/>
              </a:ext>
            </a:extLst>
          </p:cNvPr>
          <p:cNvCxnSpPr/>
          <p:nvPr/>
        </p:nvCxnSpPr>
        <p:spPr>
          <a:xfrm flipH="1">
            <a:off x="1220855" y="6473371"/>
            <a:ext cx="1012931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0684804-442F-8456-B5EC-91DA74871DFD}"/>
              </a:ext>
            </a:extLst>
          </p:cNvPr>
          <p:cNvCxnSpPr/>
          <p:nvPr/>
        </p:nvCxnSpPr>
        <p:spPr>
          <a:xfrm rot="5400000" flipH="1" flipV="1">
            <a:off x="-393974" y="3755876"/>
            <a:ext cx="4332325" cy="1102666"/>
          </a:xfrm>
          <a:prstGeom prst="bentConnector3">
            <a:avLst>
              <a:gd name="adj1" fmla="val 9991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D121636B-C8D0-8B2E-6F22-D52E8A36D781}"/>
              </a:ext>
            </a:extLst>
          </p:cNvPr>
          <p:cNvCxnSpPr>
            <a:cxnSpLocks/>
            <a:stCxn id="48" idx="3"/>
            <a:endCxn id="75" idx="1"/>
          </p:cNvCxnSpPr>
          <p:nvPr/>
        </p:nvCxnSpPr>
        <p:spPr>
          <a:xfrm>
            <a:off x="7951646" y="1273986"/>
            <a:ext cx="598220" cy="19063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85D2E51-7614-29E5-792A-56364B612AF4}"/>
              </a:ext>
            </a:extLst>
          </p:cNvPr>
          <p:cNvCxnSpPr>
            <a:stCxn id="48" idx="3"/>
          </p:cNvCxnSpPr>
          <p:nvPr/>
        </p:nvCxnSpPr>
        <p:spPr>
          <a:xfrm flipH="1" flipV="1">
            <a:off x="7634085" y="1273985"/>
            <a:ext cx="317561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777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0587B-78D0-DAE6-0BB2-620EDB6F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Data Flow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E6807E-3265-EE1D-D076-C6FAD8E11A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88326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5098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C8F39-E668-C9E9-A335-30EE58D64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FSM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F3B39-05BF-F130-596E-AC041A7DF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885073"/>
            <a:ext cx="6780700" cy="508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04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B830E-36C6-AF2F-6CC1-7F5F07ABE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Piece Logic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91A54-E1D4-A0D4-7A40-5C91D7230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Tracks piece position</a:t>
            </a:r>
          </a:p>
          <a:p>
            <a:r>
              <a:rPr lang="en-US" sz="2000"/>
              <a:t>Handles left/right movement, rotation, drops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5E33828-4250-D55D-2281-CAEBF3915FB4}"/>
              </a:ext>
            </a:extLst>
          </p:cNvPr>
          <p:cNvGrpSpPr/>
          <p:nvPr/>
        </p:nvGrpSpPr>
        <p:grpSpPr>
          <a:xfrm>
            <a:off x="5911532" y="2525639"/>
            <a:ext cx="5150277" cy="3631475"/>
            <a:chOff x="2641082" y="94236"/>
            <a:chExt cx="2655282" cy="18722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BA12409-C343-DD60-F5A8-613845AD2585}"/>
                </a:ext>
              </a:extLst>
            </p:cNvPr>
            <p:cNvGrpSpPr/>
            <p:nvPr/>
          </p:nvGrpSpPr>
          <p:grpSpPr>
            <a:xfrm>
              <a:off x="2641082" y="94236"/>
              <a:ext cx="2337721" cy="1872247"/>
              <a:chOff x="2641082" y="94236"/>
              <a:chExt cx="2337721" cy="187224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F781C4B-AA49-11A2-90C1-5775B9CFBA0B}"/>
                  </a:ext>
                </a:extLst>
              </p:cNvPr>
              <p:cNvSpPr/>
              <p:nvPr/>
            </p:nvSpPr>
            <p:spPr>
              <a:xfrm>
                <a:off x="2641082" y="94236"/>
                <a:ext cx="2337721" cy="187224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20059F-4E3D-9568-4D9E-EED0C4ACCAB0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506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243584">
                  <a:spcAft>
                    <a:spcPts val="600"/>
                  </a:spcAft>
                </a:pPr>
                <a:r>
                  <a:rPr lang="en-US" sz="2448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Piece Logic</a:t>
                </a:r>
                <a:endParaRPr lang="en-US" b="1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2DBD941-2953-F767-7686-4F37E1C42B24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243584">
                  <a:spcAft>
                    <a:spcPts val="600"/>
                  </a:spcAft>
                </a:pPr>
                <a:r>
                  <a:rPr lang="en-US" sz="163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Clk</a:t>
                </a:r>
                <a:endParaRPr lang="en-US" sz="163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243584">
                  <a:spcAft>
                    <a:spcPts val="600"/>
                  </a:spcAft>
                </a:pPr>
                <a:r>
                  <a:rPr lang="en-US" sz="16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Reset</a:t>
                </a:r>
              </a:p>
              <a:p>
                <a:pPr defTabSz="1243584">
                  <a:spcAft>
                    <a:spcPts val="600"/>
                  </a:spcAft>
                </a:pPr>
                <a:r>
                  <a:rPr lang="en-US" sz="163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Move_left</a:t>
                </a:r>
                <a:endParaRPr lang="en-US" sz="163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243584">
                  <a:spcAft>
                    <a:spcPts val="600"/>
                  </a:spcAft>
                </a:pPr>
                <a:r>
                  <a:rPr lang="en-US" sz="163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Move_right</a:t>
                </a:r>
                <a:endParaRPr lang="en-US" sz="163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243584">
                  <a:spcAft>
                    <a:spcPts val="600"/>
                  </a:spcAft>
                </a:pPr>
                <a:r>
                  <a:rPr lang="en-US" sz="163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Rotate</a:t>
                </a:r>
              </a:p>
              <a:p>
                <a:pPr defTabSz="1243584">
                  <a:spcAft>
                    <a:spcPts val="600"/>
                  </a:spcAft>
                </a:pPr>
                <a:r>
                  <a:rPr lang="en-US" sz="163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Soft_drop</a:t>
                </a:r>
                <a:endParaRPr lang="en-US" sz="163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243584">
                  <a:spcAft>
                    <a:spcPts val="600"/>
                  </a:spcAft>
                </a:pPr>
                <a:r>
                  <a:rPr lang="en-US" sz="163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Hard_drop</a:t>
                </a:r>
                <a:endParaRPr lang="en-US" sz="163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243584">
                  <a:spcAft>
                    <a:spcPts val="600"/>
                  </a:spcAft>
                </a:pPr>
                <a:r>
                  <a:rPr lang="en-US" sz="163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Spawn_piece</a:t>
                </a:r>
                <a:endParaRPr lang="en-US" sz="120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E36455-A5FE-73D8-4D02-9FA99617EBBB}"/>
                </a:ext>
              </a:extLst>
            </p:cNvPr>
            <p:cNvSpPr txBox="1"/>
            <p:nvPr/>
          </p:nvSpPr>
          <p:spPr>
            <a:xfrm>
              <a:off x="3928719" y="489156"/>
              <a:ext cx="136764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43584">
                <a:spcAft>
                  <a:spcPts val="600"/>
                </a:spcAft>
              </a:pPr>
              <a:r>
                <a:rPr lang="en-US" sz="163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Piece_x</a:t>
              </a:r>
              <a:endParaRPr lang="en-US" sz="1632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243584">
                <a:spcAft>
                  <a:spcPts val="600"/>
                </a:spcAft>
              </a:pPr>
              <a:r>
                <a:rPr lang="en-US" sz="163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Piece_y</a:t>
              </a:r>
              <a:endParaRPr lang="en-US" sz="1632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243584">
                <a:spcAft>
                  <a:spcPts val="600"/>
                </a:spcAft>
              </a:pPr>
              <a:r>
                <a:rPr lang="en-US" sz="163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Rotation</a:t>
              </a:r>
            </a:p>
            <a:p>
              <a:pPr defTabSz="1243584">
                <a:spcAft>
                  <a:spcPts val="600"/>
                </a:spcAft>
              </a:pPr>
              <a:r>
                <a:rPr lang="en-US" sz="163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Piece_type</a:t>
              </a:r>
              <a:endParaRPr lang="en-US" sz="1632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243584">
                <a:spcAft>
                  <a:spcPts val="600"/>
                </a:spcAft>
              </a:pPr>
              <a:r>
                <a:rPr lang="en-US" sz="163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Piece_cells</a:t>
              </a:r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1088281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5DD060-F586-0FD9-42A6-35A626A1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Collision Detector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634A7-C5A3-11BF-7DE0-54CC13B3A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Checks move validity</a:t>
            </a:r>
          </a:p>
          <a:p>
            <a:r>
              <a:rPr lang="en-US" sz="2000"/>
              <a:t>Outputs valid signal</a:t>
            </a:r>
          </a:p>
          <a:p>
            <a:r>
              <a:rPr lang="en-US" sz="2000"/>
              <a:t>Computes hard drop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416ACD-4117-77B4-809B-53242C96CF79}"/>
              </a:ext>
            </a:extLst>
          </p:cNvPr>
          <p:cNvGrpSpPr/>
          <p:nvPr/>
        </p:nvGrpSpPr>
        <p:grpSpPr>
          <a:xfrm>
            <a:off x="5911532" y="2980881"/>
            <a:ext cx="5150277" cy="2720991"/>
            <a:chOff x="2641082" y="94236"/>
            <a:chExt cx="2655282" cy="140283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E6B0AA5-7EAC-417A-FE0B-16DBD570A4CD}"/>
                </a:ext>
              </a:extLst>
            </p:cNvPr>
            <p:cNvGrpSpPr/>
            <p:nvPr/>
          </p:nvGrpSpPr>
          <p:grpSpPr>
            <a:xfrm>
              <a:off x="2641082" y="94236"/>
              <a:ext cx="2337721" cy="1402837"/>
              <a:chOff x="2641082" y="94236"/>
              <a:chExt cx="2337721" cy="140283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DF79223-DED9-13D9-44D2-B9C037AD87FA}"/>
                  </a:ext>
                </a:extLst>
              </p:cNvPr>
              <p:cNvSpPr/>
              <p:nvPr/>
            </p:nvSpPr>
            <p:spPr>
              <a:xfrm>
                <a:off x="2641082" y="94237"/>
                <a:ext cx="2337721" cy="140283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B37E06-AC5E-EF09-AC1D-C4170CE5BF80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23377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33856">
                  <a:spcAft>
                    <a:spcPts val="600"/>
                  </a:spcAft>
                </a:pPr>
                <a:r>
                  <a:rPr lang="en-US" sz="2232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Collision Detector</a:t>
                </a:r>
                <a:endParaRPr lang="en-US" b="1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140806-4A5A-CCF6-BBA2-2257648FDB15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33856">
                  <a:spcAft>
                    <a:spcPts val="600"/>
                  </a:spcAft>
                </a:pPr>
                <a:r>
                  <a:rPr lang="en-US" sz="1488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Piece_x</a:t>
                </a:r>
                <a:endParaRPr lang="en-US" sz="14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33856">
                  <a:spcAft>
                    <a:spcPts val="600"/>
                  </a:spcAft>
                </a:pPr>
                <a:r>
                  <a:rPr lang="en-US" sz="1488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Piece_y</a:t>
                </a:r>
                <a:endParaRPr lang="en-US" sz="14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33856">
                  <a:spcAft>
                    <a:spcPts val="600"/>
                  </a:spcAft>
                </a:pPr>
                <a:r>
                  <a:rPr lang="en-US" sz="148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Rotation</a:t>
                </a:r>
                <a:br>
                  <a:rPr lang="en-US" sz="1488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-US" sz="1488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Piece_cells</a:t>
                </a:r>
                <a:endParaRPr lang="en-US" sz="1488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33856">
                  <a:spcAft>
                    <a:spcPts val="600"/>
                  </a:spcAft>
                </a:pPr>
                <a:r>
                  <a:rPr lang="en-US" sz="1488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Board_data</a:t>
                </a:r>
                <a:endParaRPr lang="en-US" sz="120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A462A46-B535-8B9D-E27A-F907F291D44B}"/>
                </a:ext>
              </a:extLst>
            </p:cNvPr>
            <p:cNvSpPr txBox="1"/>
            <p:nvPr/>
          </p:nvSpPr>
          <p:spPr>
            <a:xfrm>
              <a:off x="3928719" y="489156"/>
              <a:ext cx="13676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33856">
                <a:spcAft>
                  <a:spcPts val="600"/>
                </a:spcAft>
              </a:pPr>
              <a:r>
                <a:rPr lang="en-US" sz="1488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Move_valid</a:t>
              </a:r>
              <a:endParaRPr lang="en-US" sz="1488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133856">
                <a:spcAft>
                  <a:spcPts val="600"/>
                </a:spcAft>
              </a:pPr>
              <a:r>
                <a:rPr lang="en-US" sz="1488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Down_valid</a:t>
              </a:r>
              <a:endParaRPr lang="en-US" sz="1488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133856">
                <a:spcAft>
                  <a:spcPts val="600"/>
                </a:spcAft>
              </a:pPr>
              <a:r>
                <a:rPr lang="en-US" sz="1488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Rotate_valid</a:t>
              </a:r>
              <a:endParaRPr lang="en-US" sz="1488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133856">
                <a:spcAft>
                  <a:spcPts val="600"/>
                </a:spcAft>
              </a:pPr>
              <a:r>
                <a:rPr lang="en-US" sz="1488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Spawn_valid</a:t>
              </a:r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1717336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6574C-DDC5-09CD-E248-7F52B2A9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Board Memory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A6A75-B77A-2764-E847-48AA54308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Stores 10x20 grid as array</a:t>
            </a:r>
          </a:p>
          <a:p>
            <a:r>
              <a:rPr lang="en-US" sz="2000"/>
              <a:t>Writes only on lock</a:t>
            </a:r>
          </a:p>
          <a:p>
            <a:r>
              <a:rPr lang="en-US" sz="2000"/>
              <a:t>Handles moving pieces down after line clear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14B3FEF-F875-169B-6B7D-5FEECEC0A75D}"/>
              </a:ext>
            </a:extLst>
          </p:cNvPr>
          <p:cNvGrpSpPr/>
          <p:nvPr/>
        </p:nvGrpSpPr>
        <p:grpSpPr>
          <a:xfrm>
            <a:off x="6221691" y="2484255"/>
            <a:ext cx="4529959" cy="3714244"/>
            <a:chOff x="2641082" y="94236"/>
            <a:chExt cx="2283426" cy="187224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3B52166-3E5B-B888-B08D-8EE6131850F7}"/>
                </a:ext>
              </a:extLst>
            </p:cNvPr>
            <p:cNvGrpSpPr/>
            <p:nvPr/>
          </p:nvGrpSpPr>
          <p:grpSpPr>
            <a:xfrm>
              <a:off x="2641082" y="94236"/>
              <a:ext cx="1857292" cy="1872247"/>
              <a:chOff x="2641082" y="94236"/>
              <a:chExt cx="1857292" cy="187224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8376663-7A70-2D1F-645D-4CEAEC96D69C}"/>
                  </a:ext>
                </a:extLst>
              </p:cNvPr>
              <p:cNvSpPr/>
              <p:nvPr/>
            </p:nvSpPr>
            <p:spPr>
              <a:xfrm>
                <a:off x="2641083" y="94236"/>
                <a:ext cx="1857291" cy="187224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4E9489-D2EE-332A-5768-A8F48DE705AD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8572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61288">
                  <a:spcAft>
                    <a:spcPts val="600"/>
                  </a:spcAft>
                </a:pPr>
                <a:r>
                  <a:rPr lang="en-US" sz="2286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Board Memory</a:t>
                </a:r>
                <a:endParaRPr lang="en-US" b="1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6B6B04E-823B-67DF-43DE-A432C932FE5A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161288">
                  <a:spcAft>
                    <a:spcPts val="600"/>
                  </a:spcAft>
                </a:pPr>
                <a:r>
                  <a:rPr lang="en-US" sz="1524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Clk</a:t>
                </a:r>
                <a:endParaRPr lang="en-US" sz="152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61288">
                  <a:spcAft>
                    <a:spcPts val="600"/>
                  </a:spcAft>
                </a:pPr>
                <a:r>
                  <a:rPr lang="en-US" sz="1524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Reset</a:t>
                </a:r>
              </a:p>
              <a:p>
                <a:pPr defTabSz="1161288">
                  <a:spcAft>
                    <a:spcPts val="600"/>
                  </a:spcAft>
                </a:pPr>
                <a:r>
                  <a:rPr lang="en-US" sz="1524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Wr_en</a:t>
                </a:r>
                <a:endParaRPr lang="en-US" sz="152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61288">
                  <a:spcAft>
                    <a:spcPts val="600"/>
                  </a:spcAft>
                </a:pPr>
                <a:r>
                  <a:rPr lang="en-US" sz="1524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Piece_cells</a:t>
                </a:r>
                <a:endParaRPr lang="en-US" sz="152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61288">
                  <a:spcAft>
                    <a:spcPts val="600"/>
                  </a:spcAft>
                </a:pPr>
                <a:r>
                  <a:rPr lang="en-US" sz="1524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Piece_x</a:t>
                </a:r>
                <a:endParaRPr lang="en-US" sz="152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61288">
                  <a:spcAft>
                    <a:spcPts val="600"/>
                  </a:spcAft>
                </a:pPr>
                <a:r>
                  <a:rPr lang="en-US" sz="1524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Piece_y</a:t>
                </a:r>
                <a:endParaRPr lang="en-US" sz="152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61288">
                  <a:spcAft>
                    <a:spcPts val="600"/>
                  </a:spcAft>
                </a:pPr>
                <a:r>
                  <a:rPr lang="en-US" sz="1524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Clear_en</a:t>
                </a:r>
                <a:endParaRPr lang="en-US" sz="152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161288">
                  <a:spcAft>
                    <a:spcPts val="600"/>
                  </a:spcAft>
                </a:pPr>
                <a:r>
                  <a:rPr lang="en-US" sz="1524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Shift_en</a:t>
                </a:r>
                <a:endParaRPr lang="en-US" sz="120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8A2E57-CD2A-8420-B68F-9ED962B6A7B7}"/>
                </a:ext>
              </a:extLst>
            </p:cNvPr>
            <p:cNvSpPr txBox="1"/>
            <p:nvPr/>
          </p:nvSpPr>
          <p:spPr>
            <a:xfrm>
              <a:off x="3556863" y="396823"/>
              <a:ext cx="13676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161288">
                <a:spcAft>
                  <a:spcPts val="600"/>
                </a:spcAft>
              </a:pPr>
              <a:r>
                <a:rPr lang="en-US" sz="1524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Board_data</a:t>
              </a:r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1014262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FCCD5-9F61-8F2E-A94C-5D7D856EE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Line Clear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EEA64-C545-27CF-B16D-9327A75B5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Detects full rows</a:t>
            </a:r>
          </a:p>
          <a:p>
            <a:r>
              <a:rPr lang="en-US" sz="2000"/>
              <a:t>Outputs rows_cleared</a:t>
            </a:r>
          </a:p>
          <a:p>
            <a:r>
              <a:rPr lang="en-US" sz="2000"/>
              <a:t>Keeps track of score</a:t>
            </a:r>
          </a:p>
          <a:p>
            <a:r>
              <a:rPr lang="en-US" sz="2000"/>
              <a:t>FSM Handles shift after clear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D2E3922-B600-26F9-88A7-7530552B26D6}"/>
              </a:ext>
            </a:extLst>
          </p:cNvPr>
          <p:cNvGrpSpPr/>
          <p:nvPr/>
        </p:nvGrpSpPr>
        <p:grpSpPr>
          <a:xfrm>
            <a:off x="5911532" y="3062160"/>
            <a:ext cx="5150277" cy="2558434"/>
            <a:chOff x="2641082" y="94236"/>
            <a:chExt cx="2281973" cy="113358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AF1D97-2828-DA2D-D84F-509986B900E7}"/>
                </a:ext>
              </a:extLst>
            </p:cNvPr>
            <p:cNvGrpSpPr/>
            <p:nvPr/>
          </p:nvGrpSpPr>
          <p:grpSpPr>
            <a:xfrm>
              <a:off x="2641082" y="94236"/>
              <a:ext cx="1970423" cy="1133585"/>
              <a:chOff x="2641082" y="94236"/>
              <a:chExt cx="1970423" cy="113358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D1952F-CE04-B14B-294A-7E3451F23B96}"/>
                  </a:ext>
                </a:extLst>
              </p:cNvPr>
              <p:cNvSpPr/>
              <p:nvPr/>
            </p:nvSpPr>
            <p:spPr>
              <a:xfrm>
                <a:off x="2641083" y="94237"/>
                <a:ext cx="1970422" cy="113358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A8F1289-AC3A-173F-9F3D-DE5E7EB2B690}"/>
                  </a:ext>
                </a:extLst>
              </p:cNvPr>
              <p:cNvSpPr txBox="1"/>
              <p:nvPr/>
            </p:nvSpPr>
            <p:spPr>
              <a:xfrm>
                <a:off x="2641082" y="94236"/>
                <a:ext cx="15061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60704">
                  <a:spcAft>
                    <a:spcPts val="600"/>
                  </a:spcAft>
                </a:pPr>
                <a:r>
                  <a:rPr lang="en-US" sz="2088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Line Clear</a:t>
                </a:r>
                <a:endParaRPr lang="en-US" b="1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F9F85E-19C9-278F-5E33-3665AA1FB12F}"/>
                  </a:ext>
                </a:extLst>
              </p:cNvPr>
              <p:cNvSpPr txBox="1"/>
              <p:nvPr/>
            </p:nvSpPr>
            <p:spPr>
              <a:xfrm>
                <a:off x="2644990" y="396823"/>
                <a:ext cx="136764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1060704">
                  <a:spcAft>
                    <a:spcPts val="600"/>
                  </a:spcAft>
                </a:pPr>
                <a:r>
                  <a:rPr lang="en-US" sz="139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Clk</a:t>
                </a:r>
                <a:endParaRPr lang="en-US"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060704">
                  <a:spcAft>
                    <a:spcPts val="600"/>
                  </a:spcAft>
                </a:pPr>
                <a:r>
                  <a:rPr lang="en-US" sz="1392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Reset</a:t>
                </a:r>
              </a:p>
              <a:p>
                <a:pPr defTabSz="1060704">
                  <a:spcAft>
                    <a:spcPts val="600"/>
                  </a:spcAft>
                </a:pPr>
                <a:r>
                  <a:rPr lang="en-US" sz="139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Board_data</a:t>
                </a:r>
                <a:endParaRPr lang="en-US"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  <a:p>
                <a:pPr defTabSz="1060704">
                  <a:spcAft>
                    <a:spcPts val="600"/>
                  </a:spcAft>
                </a:pPr>
                <a:r>
                  <a:rPr lang="en-US" sz="1392" kern="1200" err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Clear_en</a:t>
                </a:r>
                <a:endParaRPr lang="en-US" sz="1200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05F9EE-1F37-962E-6DAF-166C09BC3FB0}"/>
                </a:ext>
              </a:extLst>
            </p:cNvPr>
            <p:cNvSpPr txBox="1"/>
            <p:nvPr/>
          </p:nvSpPr>
          <p:spPr>
            <a:xfrm>
              <a:off x="3555410" y="462732"/>
              <a:ext cx="13676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060704">
                <a:spcAft>
                  <a:spcPts val="600"/>
                </a:spcAft>
              </a:pPr>
              <a:r>
                <a:rPr lang="en-US" sz="139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Rows_cleared</a:t>
              </a:r>
              <a:endParaRPr lang="en-US" sz="1392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060704">
                <a:spcAft>
                  <a:spcPts val="600"/>
                </a:spcAft>
              </a:pPr>
              <a:r>
                <a:rPr lang="en-US" sz="1392" kern="120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Shift_en</a:t>
              </a:r>
              <a:endParaRPr lang="en-US" sz="1392" kern="1200">
                <a:solidFill>
                  <a:schemeClr val="tx1"/>
                </a:solidFill>
                <a:latin typeface="+mn-lt"/>
                <a:ea typeface="+mn-ea"/>
                <a:cs typeface="+mn-cs"/>
              </a:endParaRPr>
            </a:p>
            <a:p>
              <a:pPr defTabSz="1060704">
                <a:spcAft>
                  <a:spcPts val="600"/>
                </a:spcAft>
              </a:pPr>
              <a:r>
                <a:rPr lang="en-US" sz="1392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score</a:t>
              </a:r>
              <a:endParaRPr 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446038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AA84B-3BF4-E811-8373-632C8F377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Issues!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51EAF09-21E8-FC2B-B195-33D61858A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70123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6067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F9CBE3F-79A8-4F8F-88D9-DAD03D0D2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87D26-6B8C-FB5F-C35E-EEC6EE257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030" y="1209220"/>
            <a:ext cx="9147940" cy="23372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Questions?</a:t>
            </a:r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1869" y="2383077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24364" y="2265467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4834" y="253720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053" y="2832967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72266" y="2803988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3405" y="324249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831729"/>
            <a:ext cx="12188952" cy="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738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758</Words>
  <Application>Microsoft Office PowerPoint</Application>
  <PresentationFormat>Widescreen</PresentationFormat>
  <Paragraphs>185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Tetris</vt:lpstr>
      <vt:lpstr>Motivation</vt:lpstr>
      <vt:lpstr>Technical Objectives</vt:lpstr>
      <vt:lpstr>PowerPoint Presentation</vt:lpstr>
      <vt:lpstr>Data Flow</vt:lpstr>
      <vt:lpstr>FSM</vt:lpstr>
      <vt:lpstr>Piece Logic</vt:lpstr>
      <vt:lpstr>Collision Detector</vt:lpstr>
      <vt:lpstr>Board Memory</vt:lpstr>
      <vt:lpstr>Line Clear</vt:lpstr>
      <vt:lpstr>Issues!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Sweitzer, Brandon C C2C USAF USAFA CW/CS37</dc:creator>
  <cp:lastModifiedBy>Sweitzer, Brandon C C2C USAF USAFA CW/CS37</cp:lastModifiedBy>
  <cp:revision>5</cp:revision>
  <dcterms:created xsi:type="dcterms:W3CDTF">2026-04-21T20:26:00Z</dcterms:created>
  <dcterms:modified xsi:type="dcterms:W3CDTF">2026-05-07T20:01:55Z</dcterms:modified>
</cp:coreProperties>
</file>